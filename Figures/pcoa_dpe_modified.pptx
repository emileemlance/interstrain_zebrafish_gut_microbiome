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321A6-0584-490B-BA22-54DD07887D63}" v="5" dt="2025-07-29T17:28:32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ce, Emilee" userId="fe39af38-1b35-468d-8372-abd54a7d255e" providerId="ADAL" clId="{0D8321A6-0584-490B-BA22-54DD07887D63}"/>
    <pc:docChg chg="undo custSel modSld">
      <pc:chgData name="Lance, Emilee" userId="fe39af38-1b35-468d-8372-abd54a7d255e" providerId="ADAL" clId="{0D8321A6-0584-490B-BA22-54DD07887D63}" dt="2025-07-29T17:28:32.762" v="26" actId="164"/>
      <pc:docMkLst>
        <pc:docMk/>
      </pc:docMkLst>
      <pc:sldChg chg="addSp delSp modSp mod">
        <pc:chgData name="Lance, Emilee" userId="fe39af38-1b35-468d-8372-abd54a7d255e" providerId="ADAL" clId="{0D8321A6-0584-490B-BA22-54DD07887D63}" dt="2025-07-29T17:28:32.762" v="26" actId="164"/>
        <pc:sldMkLst>
          <pc:docMk/>
          <pc:sldMk cId="3143777066" sldId="256"/>
        </pc:sldMkLst>
        <pc:grpChg chg="add del mod">
          <ac:chgData name="Lance, Emilee" userId="fe39af38-1b35-468d-8372-abd54a7d255e" providerId="ADAL" clId="{0D8321A6-0584-490B-BA22-54DD07887D63}" dt="2025-07-29T17:27:17.670" v="17" actId="165"/>
          <ac:grpSpMkLst>
            <pc:docMk/>
            <pc:sldMk cId="3143777066" sldId="256"/>
            <ac:grpSpMk id="9" creationId="{047843D9-63D4-193A-690B-44DBF455A571}"/>
          </ac:grpSpMkLst>
        </pc:grpChg>
        <pc:grpChg chg="add mod">
          <ac:chgData name="Lance, Emilee" userId="fe39af38-1b35-468d-8372-abd54a7d255e" providerId="ADAL" clId="{0D8321A6-0584-490B-BA22-54DD07887D63}" dt="2025-07-29T17:28:32.762" v="26" actId="164"/>
          <ac:grpSpMkLst>
            <pc:docMk/>
            <pc:sldMk cId="3143777066" sldId="256"/>
            <ac:grpSpMk id="10" creationId="{38AB1392-EF31-6B50-1EBB-292FC58D7B5D}"/>
          </ac:grpSpMkLst>
        </pc:grpChg>
        <pc:picChg chg="del mod">
          <ac:chgData name="Lance, Emilee" userId="fe39af38-1b35-468d-8372-abd54a7d255e" providerId="ADAL" clId="{0D8321A6-0584-490B-BA22-54DD07887D63}" dt="2025-07-29T17:23:18.094" v="4" actId="478"/>
          <ac:picMkLst>
            <pc:docMk/>
            <pc:sldMk cId="3143777066" sldId="256"/>
            <ac:picMk id="3" creationId="{29B53CFD-E21A-4AD7-34FE-236FD0D38F91}"/>
          </ac:picMkLst>
        </pc:picChg>
        <pc:picChg chg="mod topLvl modCrop">
          <ac:chgData name="Lance, Emilee" userId="fe39af38-1b35-468d-8372-abd54a7d255e" providerId="ADAL" clId="{0D8321A6-0584-490B-BA22-54DD07887D63}" dt="2025-07-29T17:28:32.762" v="26" actId="164"/>
          <ac:picMkLst>
            <pc:docMk/>
            <pc:sldMk cId="3143777066" sldId="256"/>
            <ac:picMk id="4" creationId="{67698D58-CEB4-7482-3A4E-0C3042F5BE8F}"/>
          </ac:picMkLst>
        </pc:picChg>
        <pc:picChg chg="add mod topLvl modCrop">
          <ac:chgData name="Lance, Emilee" userId="fe39af38-1b35-468d-8372-abd54a7d255e" providerId="ADAL" clId="{0D8321A6-0584-490B-BA22-54DD07887D63}" dt="2025-07-29T17:28:32.762" v="26" actId="164"/>
          <ac:picMkLst>
            <pc:docMk/>
            <pc:sldMk cId="3143777066" sldId="256"/>
            <ac:picMk id="5" creationId="{1B1BCCE9-9EC8-1D4A-EAD2-1B3B46CFAAB0}"/>
          </ac:picMkLst>
        </pc:picChg>
        <pc:picChg chg="del mod">
          <ac:chgData name="Lance, Emilee" userId="fe39af38-1b35-468d-8372-abd54a7d255e" providerId="ADAL" clId="{0D8321A6-0584-490B-BA22-54DD07887D63}" dt="2025-07-29T17:23:59.624" v="11" actId="478"/>
          <ac:picMkLst>
            <pc:docMk/>
            <pc:sldMk cId="3143777066" sldId="256"/>
            <ac:picMk id="6" creationId="{21F70043-6D19-3889-4C11-1E16437CE1B9}"/>
          </ac:picMkLst>
        </pc:picChg>
        <pc:picChg chg="add mod topLvl modCrop">
          <ac:chgData name="Lance, Emilee" userId="fe39af38-1b35-468d-8372-abd54a7d255e" providerId="ADAL" clId="{0D8321A6-0584-490B-BA22-54DD07887D63}" dt="2025-07-29T17:28:32.762" v="26" actId="164"/>
          <ac:picMkLst>
            <pc:docMk/>
            <pc:sldMk cId="3143777066" sldId="256"/>
            <ac:picMk id="8" creationId="{4C83BC32-EFAF-910D-8472-CA0E36B159C9}"/>
          </ac:picMkLst>
        </pc:picChg>
      </pc:sldChg>
    </pc:docChg>
  </pc:docChgLst>
  <pc:docChgLst>
    <pc:chgData name="Lance, Emilee" userId="fe39af38-1b35-468d-8372-abd54a7d255e" providerId="ADAL" clId="{0EF39C3C-8608-49DD-B6A2-E2D58BE80EFA}"/>
    <pc:docChg chg="custSel addSld modSld">
      <pc:chgData name="Lance, Emilee" userId="fe39af38-1b35-468d-8372-abd54a7d255e" providerId="ADAL" clId="{0EF39C3C-8608-49DD-B6A2-E2D58BE80EFA}" dt="2025-06-13T16:23:05.974" v="75" actId="1076"/>
      <pc:docMkLst>
        <pc:docMk/>
      </pc:docMkLst>
      <pc:sldChg chg="addSp delSp modSp new mod modClrScheme chgLayout">
        <pc:chgData name="Lance, Emilee" userId="fe39af38-1b35-468d-8372-abd54a7d255e" providerId="ADAL" clId="{0EF39C3C-8608-49DD-B6A2-E2D58BE80EFA}" dt="2025-06-13T16:23:05.974" v="75" actId="1076"/>
        <pc:sldMkLst>
          <pc:docMk/>
          <pc:sldMk cId="3143777066" sldId="256"/>
        </pc:sldMkLst>
        <pc:picChg chg="add mod modCrop">
          <ac:chgData name="Lance, Emilee" userId="fe39af38-1b35-468d-8372-abd54a7d255e" providerId="ADAL" clId="{0EF39C3C-8608-49DD-B6A2-E2D58BE80EFA}" dt="2025-06-13T16:23:05.974" v="75" actId="1076"/>
          <ac:picMkLst>
            <pc:docMk/>
            <pc:sldMk cId="3143777066" sldId="256"/>
            <ac:picMk id="4" creationId="{67698D58-CEB4-7482-3A4E-0C3042F5BE8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C99E-5B9B-6150-32B8-DB17C1788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F69AD-21B1-98BA-7BE8-10807DF3C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6D25D-2173-5A3A-35DA-82C9AF40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DD6A7-E1F8-8578-0F6F-98F9B93D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D0A75-7294-06A0-8D2A-A932611C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3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358C-FBDC-2400-29DB-133A6911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5D5CE-97FA-266B-C5C0-DFECCA685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D1498-D7B7-150B-5CC8-E53EE73C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2BBB0-6858-6836-ECFA-B420C749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95A60-FB5B-B61A-5C4E-4207C93F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7B93-3B9F-4695-6AED-D0D4C4AD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03240-F91B-AE2A-5AC2-99B071FDD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14F2E-9595-C0EF-FAC3-A72134A2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EDB5-E6AD-E5A9-23A9-F444AF05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F010E-C56A-6501-CA2C-57F10EAD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9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CCDF-0D85-733B-FF35-D18653A7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4F6B4-1B53-3193-949D-1D04409A6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D511F-F647-AFE9-25B3-DADD1CC5C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9117C-0F48-A085-E301-4CD8E309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E9880-0707-7BE2-4D51-C070590F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84B34-32B5-1B42-B072-2BEF1397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5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0743-B2E7-F3BB-03FB-540070B8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E43DB-6CFD-F887-2ACA-C3153683B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E9419-ED1A-8295-578D-93CDA4A03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32219C-0728-385F-98F9-85EAAC7C6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0D031-334B-E397-B3AE-303F523C0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C5C145-D18A-2B89-C9E9-2D9F91FD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82614-7E00-E6B4-A4D4-A3C5E63E7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9AD03-D1F7-5796-EBC8-5333E924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0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89373-4A5D-6293-FCB1-CF15F770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739A6-E93E-49AB-5FE7-3D6E9BF5A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8E491-2D32-6664-9656-DEFF97EA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8A019-2920-D036-EB54-95E419F5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10E83-CA7F-64E7-2A3B-9F6536E6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A18CA-B5BD-CC71-9C89-742EACA11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B773F-A263-9112-226B-82FCB3C7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7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A97E5-D338-6399-0513-9E2FFD05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BF7B7-D7E6-A579-F5A0-6EF890A0D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735C0-8B28-058F-BA8A-0A2E57F6D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8EE89-86EE-FB57-007C-0043B24A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49644-5ACD-6C31-E005-6EDE84332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28362-C8FA-4A19-5CDB-BA02D59A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2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A285-4928-B955-D569-86C74CE1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F4D6C-41D0-8141-D905-6696CB8B5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EEE15-C59B-BF22-70A2-E35D7D0E2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86AD4-5B7B-61FD-50F4-4D9674AC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80C28-CF52-A3D0-A5AD-484E88406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DA8F7-E0C1-1B0A-A1BB-163F0202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1A29-7D43-1FC1-393E-CDABCC0E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F5DEB-285A-A25B-F814-3E3040DFE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5D8C2-0922-940C-9C16-C120B473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06074-CCFC-3DFD-04EE-8F233718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E6BDB-0F72-4FF7-C01E-69F8C237C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4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37AA1-6D55-AD5D-C468-C6D2547EE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34A3A-BB6D-DE09-20F4-9CBFE701A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B9851-869C-F575-9E45-062E405A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B8B2B-E649-89AE-0DA5-2E0C6675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E5C00-1437-ACEF-CFD8-9ECE9DB3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3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4A4950-65B7-A38D-12D1-99025894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01486-C29F-7F62-DC3E-122421F4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AF65A-0B7A-5740-EA42-EB00598D9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0F45E-4F2D-4821-8EFF-CE0E2987B46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4B0B-0FF4-A279-34D1-BDC7A8E96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6A02-2274-6CD3-FCB8-2C7906A7B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59471-A9D9-46ED-8E08-5A4EF6328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73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8AB1392-EF31-6B50-1EBB-292FC58D7B5D}"/>
              </a:ext>
            </a:extLst>
          </p:cNvPr>
          <p:cNvGrpSpPr/>
          <p:nvPr/>
        </p:nvGrpSpPr>
        <p:grpSpPr>
          <a:xfrm>
            <a:off x="2154454" y="1389888"/>
            <a:ext cx="4581626" cy="3204790"/>
            <a:chOff x="2154454" y="1389888"/>
            <a:chExt cx="4581626" cy="320479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67698D58-CEB4-7482-3A4E-0C3042F5B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72901" t="50000" r="818" b="23684"/>
            <a:stretch>
              <a:fillRect/>
            </a:stretch>
          </p:blipFill>
          <p:spPr>
            <a:xfrm>
              <a:off x="5534526" y="3632152"/>
              <a:ext cx="1201554" cy="962526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B1BCCE9-9EC8-1D4A-EAD2-1B3B46CFA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-137" r="26070" b="-1"/>
            <a:stretch>
              <a:fillRect/>
            </a:stretch>
          </p:blipFill>
          <p:spPr>
            <a:xfrm>
              <a:off x="2154454" y="1389888"/>
              <a:ext cx="3380072" cy="320479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83BC32-EFAF-910D-8472-CA0E36B15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73719" t="6029" b="23909"/>
            <a:stretch>
              <a:fillRect/>
            </a:stretch>
          </p:blipFill>
          <p:spPr>
            <a:xfrm>
              <a:off x="5534526" y="1389888"/>
              <a:ext cx="1201554" cy="2242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377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Lance, Emilee</dc:creator>
  <cp:lastModifiedBy>Lance, Emilee</cp:lastModifiedBy>
  <cp:revision>1</cp:revision>
  <dcterms:created xsi:type="dcterms:W3CDTF">2025-06-13T15:53:06Z</dcterms:created>
  <dcterms:modified xsi:type="dcterms:W3CDTF">2025-07-29T17:28:40Z</dcterms:modified>
</cp:coreProperties>
</file>
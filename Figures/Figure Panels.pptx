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1887200" cy="8229600"/>
  <p:notesSz cx="7315200" cy="9601200"/>
  <p:defaultTextStyle>
    <a:defPPr>
      <a:defRPr lang="en-US"/>
    </a:defPPr>
    <a:lvl1pPr marL="0" algn="l" defTabSz="45714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45714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92" algn="l" defTabSz="45714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438" algn="l" defTabSz="45714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583" algn="l" defTabSz="45714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730" algn="l" defTabSz="45714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876" algn="l" defTabSz="45714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023" algn="l" defTabSz="45714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168" algn="l" defTabSz="45714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E49D7A-A7BC-4D68-961F-F4C3834C0912}" v="21" dt="2026-06-17T20:20:57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60" d="100"/>
          <a:sy n="160" d="100"/>
        </p:scale>
        <p:origin x="-4100" y="-4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ce, Emilee" userId="fe39af38-1b35-468d-8372-abd54a7d255e" providerId="ADAL" clId="{DE68FCE6-1493-4635-802A-D090A75C0991}"/>
    <pc:docChg chg="undo custSel addSld modSld modMainMaster">
      <pc:chgData name="Lance, Emilee" userId="fe39af38-1b35-468d-8372-abd54a7d255e" providerId="ADAL" clId="{DE68FCE6-1493-4635-802A-D090A75C0991}" dt="2026-06-18T18:28:55.674" v="828" actId="732"/>
      <pc:docMkLst>
        <pc:docMk/>
      </pc:docMkLst>
      <pc:sldChg chg="addSp delSp modSp new mod modClrScheme chgLayout modNotesTx">
        <pc:chgData name="Lance, Emilee" userId="fe39af38-1b35-468d-8372-abd54a7d255e" providerId="ADAL" clId="{DE68FCE6-1493-4635-802A-D090A75C0991}" dt="2026-06-17T20:20:46.666" v="172" actId="20577"/>
        <pc:sldMkLst>
          <pc:docMk/>
          <pc:sldMk cId="1281834062" sldId="256"/>
        </pc:sldMkLst>
        <pc:spChg chg="del">
          <ac:chgData name="Lance, Emilee" userId="fe39af38-1b35-468d-8372-abd54a7d255e" providerId="ADAL" clId="{DE68FCE6-1493-4635-802A-D090A75C0991}" dt="2026-06-17T17:53:04.279" v="1" actId="700"/>
          <ac:spMkLst>
            <pc:docMk/>
            <pc:sldMk cId="1281834062" sldId="256"/>
            <ac:spMk id="2" creationId="{7224A392-7DB2-BAD0-279B-0118D7BBC9C5}"/>
          </ac:spMkLst>
        </pc:spChg>
        <pc:spChg chg="del">
          <ac:chgData name="Lance, Emilee" userId="fe39af38-1b35-468d-8372-abd54a7d255e" providerId="ADAL" clId="{DE68FCE6-1493-4635-802A-D090A75C0991}" dt="2026-06-17T17:53:04.279" v="1" actId="700"/>
          <ac:spMkLst>
            <pc:docMk/>
            <pc:sldMk cId="1281834062" sldId="256"/>
            <ac:spMk id="3" creationId="{9DB012CE-67A1-7C21-8997-F481A6AA8F50}"/>
          </ac:spMkLst>
        </pc:spChg>
        <pc:spChg chg="add mod">
          <ac:chgData name="Lance, Emilee" userId="fe39af38-1b35-468d-8372-abd54a7d255e" providerId="ADAL" clId="{DE68FCE6-1493-4635-802A-D090A75C0991}" dt="2026-06-17T20:06:30.281" v="156"/>
          <ac:spMkLst>
            <pc:docMk/>
            <pc:sldMk cId="1281834062" sldId="256"/>
            <ac:spMk id="7" creationId="{F1894B66-48D7-0C51-679C-F88D6CC931F6}"/>
          </ac:spMkLst>
        </pc:spChg>
        <pc:spChg chg="add mod">
          <ac:chgData name="Lance, Emilee" userId="fe39af38-1b35-468d-8372-abd54a7d255e" providerId="ADAL" clId="{DE68FCE6-1493-4635-802A-D090A75C0991}" dt="2026-06-17T20:06:30.281" v="156"/>
          <ac:spMkLst>
            <pc:docMk/>
            <pc:sldMk cId="1281834062" sldId="256"/>
            <ac:spMk id="9" creationId="{6A5C8289-0589-CF52-0A8D-0A7347B00A1B}"/>
          </ac:spMkLst>
        </pc:spChg>
        <pc:spChg chg="add mod">
          <ac:chgData name="Lance, Emilee" userId="fe39af38-1b35-468d-8372-abd54a7d255e" providerId="ADAL" clId="{DE68FCE6-1493-4635-802A-D090A75C0991}" dt="2026-06-17T20:06:30.281" v="156"/>
          <ac:spMkLst>
            <pc:docMk/>
            <pc:sldMk cId="1281834062" sldId="256"/>
            <ac:spMk id="11" creationId="{7BB7A4DC-855C-FB68-8A0F-086080DA2724}"/>
          </ac:spMkLst>
        </pc:spChg>
        <pc:picChg chg="add mod">
          <ac:chgData name="Lance, Emilee" userId="fe39af38-1b35-468d-8372-abd54a7d255e" providerId="ADAL" clId="{DE68FCE6-1493-4635-802A-D090A75C0991}" dt="2026-06-17T20:06:30.281" v="156"/>
          <ac:picMkLst>
            <pc:docMk/>
            <pc:sldMk cId="1281834062" sldId="256"/>
            <ac:picMk id="4" creationId="{267C5288-132E-A27F-755A-FB9D7D5D07A7}"/>
          </ac:picMkLst>
        </pc:picChg>
        <pc:picChg chg="add mod">
          <ac:chgData name="Lance, Emilee" userId="fe39af38-1b35-468d-8372-abd54a7d255e" providerId="ADAL" clId="{DE68FCE6-1493-4635-802A-D090A75C0991}" dt="2026-06-17T20:06:30.281" v="156"/>
          <ac:picMkLst>
            <pc:docMk/>
            <pc:sldMk cId="1281834062" sldId="256"/>
            <ac:picMk id="5" creationId="{9FA09BE4-C032-65B3-D1E2-20A28314F00A}"/>
          </ac:picMkLst>
        </pc:picChg>
        <pc:picChg chg="add mod">
          <ac:chgData name="Lance, Emilee" userId="fe39af38-1b35-468d-8372-abd54a7d255e" providerId="ADAL" clId="{DE68FCE6-1493-4635-802A-D090A75C0991}" dt="2026-06-17T20:06:30.281" v="156"/>
          <ac:picMkLst>
            <pc:docMk/>
            <pc:sldMk cId="1281834062" sldId="256"/>
            <ac:picMk id="6" creationId="{938EE60B-966B-4181-E234-D473B9526DE5}"/>
          </ac:picMkLst>
        </pc:picChg>
      </pc:sldChg>
      <pc:sldChg chg="addSp delSp modSp new mod modNotesTx">
        <pc:chgData name="Lance, Emilee" userId="fe39af38-1b35-468d-8372-abd54a7d255e" providerId="ADAL" clId="{DE68FCE6-1493-4635-802A-D090A75C0991}" dt="2026-06-17T20:20:52.275" v="173" actId="20577"/>
        <pc:sldMkLst>
          <pc:docMk/>
          <pc:sldMk cId="90750094" sldId="257"/>
        </pc:sldMkLst>
        <pc:spChg chg="add mod">
          <ac:chgData name="Lance, Emilee" userId="fe39af38-1b35-468d-8372-abd54a7d255e" providerId="ADAL" clId="{DE68FCE6-1493-4635-802A-D090A75C0991}" dt="2026-06-17T20:06:30.281" v="156"/>
          <ac:spMkLst>
            <pc:docMk/>
            <pc:sldMk cId="90750094" sldId="257"/>
            <ac:spMk id="9" creationId="{706D03F1-7E75-B657-7C97-398E17F87978}"/>
          </ac:spMkLst>
        </pc:spChg>
        <pc:spChg chg="add mod ord">
          <ac:chgData name="Lance, Emilee" userId="fe39af38-1b35-468d-8372-abd54a7d255e" providerId="ADAL" clId="{DE68FCE6-1493-4635-802A-D090A75C0991}" dt="2026-06-17T20:06:30.281" v="156"/>
          <ac:spMkLst>
            <pc:docMk/>
            <pc:sldMk cId="90750094" sldId="257"/>
            <ac:spMk id="11" creationId="{FC7FDB65-E0FD-93D5-E11A-8C5887FFB0B0}"/>
          </ac:spMkLst>
        </pc:spChg>
        <pc:spChg chg="add mod ord">
          <ac:chgData name="Lance, Emilee" userId="fe39af38-1b35-468d-8372-abd54a7d255e" providerId="ADAL" clId="{DE68FCE6-1493-4635-802A-D090A75C0991}" dt="2026-06-17T20:06:30.281" v="156"/>
          <ac:spMkLst>
            <pc:docMk/>
            <pc:sldMk cId="90750094" sldId="257"/>
            <ac:spMk id="13" creationId="{BE5E4E02-BC49-2173-A4F8-62BBF98B8D53}"/>
          </ac:spMkLst>
        </pc:spChg>
        <pc:spChg chg="add mod ord">
          <ac:chgData name="Lance, Emilee" userId="fe39af38-1b35-468d-8372-abd54a7d255e" providerId="ADAL" clId="{DE68FCE6-1493-4635-802A-D090A75C0991}" dt="2026-06-17T20:06:30.281" v="156"/>
          <ac:spMkLst>
            <pc:docMk/>
            <pc:sldMk cId="90750094" sldId="257"/>
            <ac:spMk id="15" creationId="{C2FF97BA-5B8D-2BBA-0056-B887D144DB7B}"/>
          </ac:spMkLst>
        </pc:spChg>
        <pc:picChg chg="add mod">
          <ac:chgData name="Lance, Emilee" userId="fe39af38-1b35-468d-8372-abd54a7d255e" providerId="ADAL" clId="{DE68FCE6-1493-4635-802A-D090A75C0991}" dt="2026-06-17T20:06:30.281" v="156"/>
          <ac:picMkLst>
            <pc:docMk/>
            <pc:sldMk cId="90750094" sldId="257"/>
            <ac:picMk id="2" creationId="{024D10A4-A315-69E5-A0EC-D866AEB1E026}"/>
          </ac:picMkLst>
        </pc:picChg>
        <pc:picChg chg="add mod ord">
          <ac:chgData name="Lance, Emilee" userId="fe39af38-1b35-468d-8372-abd54a7d255e" providerId="ADAL" clId="{DE68FCE6-1493-4635-802A-D090A75C0991}" dt="2026-06-17T20:06:30.281" v="156"/>
          <ac:picMkLst>
            <pc:docMk/>
            <pc:sldMk cId="90750094" sldId="257"/>
            <ac:picMk id="3" creationId="{2A82F435-0716-B744-EA95-84DBEEDF6155}"/>
          </ac:picMkLst>
        </pc:picChg>
        <pc:picChg chg="add del">
          <ac:chgData name="Lance, Emilee" userId="fe39af38-1b35-468d-8372-abd54a7d255e" providerId="ADAL" clId="{DE68FCE6-1493-4635-802A-D090A75C0991}" dt="2026-06-17T19:28:16.801" v="40" actId="22"/>
          <ac:picMkLst>
            <pc:docMk/>
            <pc:sldMk cId="90750094" sldId="257"/>
            <ac:picMk id="5" creationId="{348E9AB1-3BAB-0DE6-715C-EB5F89F4AEAE}"/>
          </ac:picMkLst>
        </pc:picChg>
        <pc:picChg chg="add del mod">
          <ac:chgData name="Lance, Emilee" userId="fe39af38-1b35-468d-8372-abd54a7d255e" providerId="ADAL" clId="{DE68FCE6-1493-4635-802A-D090A75C0991}" dt="2026-06-17T19:33:34.718" v="78" actId="478"/>
          <ac:picMkLst>
            <pc:docMk/>
            <pc:sldMk cId="90750094" sldId="257"/>
            <ac:picMk id="6" creationId="{D49598E7-E472-113E-BA7C-68D5EC3C1070}"/>
          </ac:picMkLst>
        </pc:picChg>
        <pc:picChg chg="add del mod">
          <ac:chgData name="Lance, Emilee" userId="fe39af38-1b35-468d-8372-abd54a7d255e" providerId="ADAL" clId="{DE68FCE6-1493-4635-802A-D090A75C0991}" dt="2026-06-17T19:54:46.372" v="127" actId="478"/>
          <ac:picMkLst>
            <pc:docMk/>
            <pc:sldMk cId="90750094" sldId="257"/>
            <ac:picMk id="7" creationId="{02BD3330-3F09-FA63-5A62-5DF230C26329}"/>
          </ac:picMkLst>
        </pc:picChg>
        <pc:picChg chg="add del mod ord">
          <ac:chgData name="Lance, Emilee" userId="fe39af38-1b35-468d-8372-abd54a7d255e" providerId="ADAL" clId="{DE68FCE6-1493-4635-802A-D090A75C0991}" dt="2026-06-17T19:48:17.015" v="102" actId="478"/>
          <ac:picMkLst>
            <pc:docMk/>
            <pc:sldMk cId="90750094" sldId="257"/>
            <ac:picMk id="16" creationId="{12155698-1BCE-4E9D-D9B0-2A5D9E75BF85}"/>
          </ac:picMkLst>
        </pc:picChg>
        <pc:picChg chg="add mod">
          <ac:chgData name="Lance, Emilee" userId="fe39af38-1b35-468d-8372-abd54a7d255e" providerId="ADAL" clId="{DE68FCE6-1493-4635-802A-D090A75C0991}" dt="2026-06-17T20:06:30.281" v="156"/>
          <ac:picMkLst>
            <pc:docMk/>
            <pc:sldMk cId="90750094" sldId="257"/>
            <ac:picMk id="18" creationId="{5A9A74AF-143F-4397-F57C-7AB0F2E12785}"/>
          </ac:picMkLst>
        </pc:picChg>
        <pc:picChg chg="add mod">
          <ac:chgData name="Lance, Emilee" userId="fe39af38-1b35-468d-8372-abd54a7d255e" providerId="ADAL" clId="{DE68FCE6-1493-4635-802A-D090A75C0991}" dt="2026-06-17T20:06:30.281" v="156"/>
          <ac:picMkLst>
            <pc:docMk/>
            <pc:sldMk cId="90750094" sldId="257"/>
            <ac:picMk id="20" creationId="{5C42767C-1C22-C25D-FD55-F9ACFC5AEC17}"/>
          </ac:picMkLst>
        </pc:picChg>
        <pc:picChg chg="add del mod">
          <ac:chgData name="Lance, Emilee" userId="fe39af38-1b35-468d-8372-abd54a7d255e" providerId="ADAL" clId="{DE68FCE6-1493-4635-802A-D090A75C0991}" dt="2026-06-17T19:55:46.882" v="131" actId="478"/>
          <ac:picMkLst>
            <pc:docMk/>
            <pc:sldMk cId="90750094" sldId="257"/>
            <ac:picMk id="22" creationId="{C229AE74-EAF6-7DD6-250C-4AD069081D8D}"/>
          </ac:picMkLst>
        </pc:picChg>
      </pc:sldChg>
      <pc:sldChg chg="addSp delSp modSp new mod modNotesTx">
        <pc:chgData name="Lance, Emilee" userId="fe39af38-1b35-468d-8372-abd54a7d255e" providerId="ADAL" clId="{DE68FCE6-1493-4635-802A-D090A75C0991}" dt="2026-06-18T18:27:20.013" v="816" actId="478"/>
        <pc:sldMkLst>
          <pc:docMk/>
          <pc:sldMk cId="1678049486" sldId="258"/>
        </pc:sldMkLst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5" creationId="{FD00F5ED-D3B4-70E5-2157-94FE3682EE25}"/>
          </ac:spMkLst>
        </pc:spChg>
        <pc:spChg chg="add mod">
          <ac:chgData name="Lance, Emilee" userId="fe39af38-1b35-468d-8372-abd54a7d255e" providerId="ADAL" clId="{DE68FCE6-1493-4635-802A-D090A75C0991}" dt="2026-06-18T18:21:07.477" v="810" actId="1076"/>
          <ac:spMkLst>
            <pc:docMk/>
            <pc:sldMk cId="1678049486" sldId="258"/>
            <ac:spMk id="8" creationId="{B59E6C91-7C74-F56A-5775-C3201335DB2B}"/>
          </ac:spMkLst>
        </pc:spChg>
        <pc:spChg chg="add mod">
          <ac:chgData name="Lance, Emilee" userId="fe39af38-1b35-468d-8372-abd54a7d255e" providerId="ADAL" clId="{DE68FCE6-1493-4635-802A-D090A75C0991}" dt="2026-06-17T20:06:30.281" v="156"/>
          <ac:spMkLst>
            <pc:docMk/>
            <pc:sldMk cId="1678049486" sldId="258"/>
            <ac:spMk id="9" creationId="{8F40B798-03BF-C58D-F26D-4DE4E25032BE}"/>
          </ac:spMkLst>
        </pc:spChg>
        <pc:spChg chg="add mod">
          <ac:chgData name="Lance, Emilee" userId="fe39af38-1b35-468d-8372-abd54a7d255e" providerId="ADAL" clId="{DE68FCE6-1493-4635-802A-D090A75C0991}" dt="2026-06-17T20:37:36.997" v="307" actId="1076"/>
          <ac:spMkLst>
            <pc:docMk/>
            <pc:sldMk cId="1678049486" sldId="258"/>
            <ac:spMk id="11" creationId="{BF7DCBBC-63A5-2A1E-206F-DDC489B3049C}"/>
          </ac:spMkLst>
        </pc:spChg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12" creationId="{96115576-F5EC-4CA1-7C6F-B542D8BBB3E4}"/>
          </ac:spMkLst>
        </pc:spChg>
        <pc:spChg chg="add mod">
          <ac:chgData name="Lance, Emilee" userId="fe39af38-1b35-468d-8372-abd54a7d255e" providerId="ADAL" clId="{DE68FCE6-1493-4635-802A-D090A75C0991}" dt="2026-06-17T20:40:18.771" v="339" actId="1076"/>
          <ac:spMkLst>
            <pc:docMk/>
            <pc:sldMk cId="1678049486" sldId="258"/>
            <ac:spMk id="13" creationId="{3ED4AC84-33AA-B384-737D-4002E684C49E}"/>
          </ac:spMkLst>
        </pc:spChg>
        <pc:spChg chg="add mod">
          <ac:chgData name="Lance, Emilee" userId="fe39af38-1b35-468d-8372-abd54a7d255e" providerId="ADAL" clId="{DE68FCE6-1493-4635-802A-D090A75C0991}" dt="2026-06-17T20:40:15.791" v="331" actId="1076"/>
          <ac:spMkLst>
            <pc:docMk/>
            <pc:sldMk cId="1678049486" sldId="258"/>
            <ac:spMk id="15" creationId="{EB3060A0-524A-B628-26CD-F758DF4E8117}"/>
          </ac:spMkLst>
        </pc:spChg>
        <pc:spChg chg="add">
          <ac:chgData name="Lance, Emilee" userId="fe39af38-1b35-468d-8372-abd54a7d255e" providerId="ADAL" clId="{DE68FCE6-1493-4635-802A-D090A75C0991}" dt="2026-06-18T18:19:13.052" v="793" actId="22"/>
          <ac:spMkLst>
            <pc:docMk/>
            <pc:sldMk cId="1678049486" sldId="258"/>
            <ac:spMk id="16" creationId="{043F430C-3C36-98C9-9883-7F31BEA8965B}"/>
          </ac:spMkLst>
        </pc:spChg>
        <pc:spChg chg="add mod">
          <ac:chgData name="Lance, Emilee" userId="fe39af38-1b35-468d-8372-abd54a7d255e" providerId="ADAL" clId="{DE68FCE6-1493-4635-802A-D090A75C0991}" dt="2026-06-18T18:20:37.725" v="808" actId="1076"/>
          <ac:spMkLst>
            <pc:docMk/>
            <pc:sldMk cId="1678049486" sldId="258"/>
            <ac:spMk id="18" creationId="{5C4FA9DE-03CC-2C14-B6C7-85CF362D4A3D}"/>
          </ac:spMkLst>
        </pc:spChg>
        <pc:spChg chg="add mod">
          <ac:chgData name="Lance, Emilee" userId="fe39af38-1b35-468d-8372-abd54a7d255e" providerId="ADAL" clId="{DE68FCE6-1493-4635-802A-D090A75C0991}" dt="2026-06-18T18:22:02.079" v="815" actId="1076"/>
          <ac:spMkLst>
            <pc:docMk/>
            <pc:sldMk cId="1678049486" sldId="258"/>
            <ac:spMk id="20" creationId="{DEA80D2F-57A9-BF37-FB03-A99F7387720E}"/>
          </ac:spMkLst>
        </pc:spChg>
        <pc:spChg chg="add mod">
          <ac:chgData name="Lance, Emilee" userId="fe39af38-1b35-468d-8372-abd54a7d255e" providerId="ADAL" clId="{DE68FCE6-1493-4635-802A-D090A75C0991}" dt="2026-06-18T18:19:30.699" v="797" actId="1076"/>
          <ac:spMkLst>
            <pc:docMk/>
            <pc:sldMk cId="1678049486" sldId="258"/>
            <ac:spMk id="22" creationId="{B037A6CB-61F0-EB8D-F75F-6741714806C7}"/>
          </ac:spMkLst>
        </pc:spChg>
        <pc:spChg chg="add mod">
          <ac:chgData name="Lance, Emilee" userId="fe39af38-1b35-468d-8372-abd54a7d255e" providerId="ADAL" clId="{DE68FCE6-1493-4635-802A-D090A75C0991}" dt="2026-06-18T18:21:42.656" v="813" actId="1076"/>
          <ac:spMkLst>
            <pc:docMk/>
            <pc:sldMk cId="1678049486" sldId="258"/>
            <ac:spMk id="24" creationId="{EB40C21B-C960-3C96-896E-74747BB30318}"/>
          </ac:spMkLst>
        </pc:spChg>
        <pc:spChg chg="add mod">
          <ac:chgData name="Lance, Emilee" userId="fe39af38-1b35-468d-8372-abd54a7d255e" providerId="ADAL" clId="{DE68FCE6-1493-4635-802A-D090A75C0991}" dt="2026-06-18T18:21:16.323" v="811" actId="1076"/>
          <ac:spMkLst>
            <pc:docMk/>
            <pc:sldMk cId="1678049486" sldId="258"/>
            <ac:spMk id="26" creationId="{52B1115E-6A9C-010E-A7BA-AE0DEDD3ECFF}"/>
          </ac:spMkLst>
        </pc:spChg>
        <pc:spChg chg="add mod">
          <ac:chgData name="Lance, Emilee" userId="fe39af38-1b35-468d-8372-abd54a7d255e" providerId="ADAL" clId="{DE68FCE6-1493-4635-802A-D090A75C0991}" dt="2026-06-18T18:20:37.725" v="808" actId="1076"/>
          <ac:spMkLst>
            <pc:docMk/>
            <pc:sldMk cId="1678049486" sldId="258"/>
            <ac:spMk id="28" creationId="{E1436849-D759-05F7-ACF1-288926D409CD}"/>
          </ac:spMkLst>
        </pc:spChg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30" creationId="{8F24BA3E-4677-C108-80D7-82A400DDD352}"/>
          </ac:spMkLst>
        </pc:spChg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32" creationId="{678654F8-D92C-55F4-938B-6B1D48FBA263}"/>
          </ac:spMkLst>
        </pc:spChg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34" creationId="{7884BCDD-3140-87B5-2B13-C0D0ED1E7446}"/>
          </ac:spMkLst>
        </pc:spChg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36" creationId="{2F879095-28D5-7B96-7F31-7EBA940424F1}"/>
          </ac:spMkLst>
        </pc:spChg>
        <pc:spChg chg="add mod">
          <ac:chgData name="Lance, Emilee" userId="fe39af38-1b35-468d-8372-abd54a7d255e" providerId="ADAL" clId="{DE68FCE6-1493-4635-802A-D090A75C0991}" dt="2026-06-18T18:21:54.211" v="814" actId="1076"/>
          <ac:spMkLst>
            <pc:docMk/>
            <pc:sldMk cId="1678049486" sldId="258"/>
            <ac:spMk id="38" creationId="{870453E0-6978-3573-69BC-C271F6733B3E}"/>
          </ac:spMkLst>
        </pc:spChg>
        <pc:spChg chg="add mod">
          <ac:chgData name="Lance, Emilee" userId="fe39af38-1b35-468d-8372-abd54a7d255e" providerId="ADAL" clId="{DE68FCE6-1493-4635-802A-D090A75C0991}" dt="2026-06-18T18:19:34.321" v="799" actId="1076"/>
          <ac:spMkLst>
            <pc:docMk/>
            <pc:sldMk cId="1678049486" sldId="258"/>
            <ac:spMk id="40" creationId="{BF961BA9-9DF3-8385-400D-D4D9D3530D1B}"/>
          </ac:spMkLst>
        </pc:spChg>
        <pc:spChg chg="add mod">
          <ac:chgData name="Lance, Emilee" userId="fe39af38-1b35-468d-8372-abd54a7d255e" providerId="ADAL" clId="{DE68FCE6-1493-4635-802A-D090A75C0991}" dt="2026-06-18T18:20:37.725" v="808" actId="1076"/>
          <ac:spMkLst>
            <pc:docMk/>
            <pc:sldMk cId="1678049486" sldId="258"/>
            <ac:spMk id="42" creationId="{E947CA98-A1B8-98FF-6607-BE6F17128C28}"/>
          </ac:spMkLst>
        </pc:spChg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44" creationId="{B55F5179-E29F-AB12-85D8-EFEC4893F775}"/>
          </ac:spMkLst>
        </pc:spChg>
        <pc:spChg chg="add mod">
          <ac:chgData name="Lance, Emilee" userId="fe39af38-1b35-468d-8372-abd54a7d255e" providerId="ADAL" clId="{DE68FCE6-1493-4635-802A-D090A75C0991}" dt="2026-06-18T18:19:41.306" v="801" actId="1076"/>
          <ac:spMkLst>
            <pc:docMk/>
            <pc:sldMk cId="1678049486" sldId="258"/>
            <ac:spMk id="46" creationId="{28A39D64-92E7-91A2-77B1-20CA4E7D62BF}"/>
          </ac:spMkLst>
        </pc:spChg>
        <pc:spChg chg="add mod">
          <ac:chgData name="Lance, Emilee" userId="fe39af38-1b35-468d-8372-abd54a7d255e" providerId="ADAL" clId="{DE68FCE6-1493-4635-802A-D090A75C0991}" dt="2026-06-18T18:19:41.306" v="801" actId="1076"/>
          <ac:spMkLst>
            <pc:docMk/>
            <pc:sldMk cId="1678049486" sldId="258"/>
            <ac:spMk id="48" creationId="{24878A7A-65E7-C4C9-0870-0BE42AE2A877}"/>
          </ac:spMkLst>
        </pc:spChg>
        <pc:spChg chg="add mod">
          <ac:chgData name="Lance, Emilee" userId="fe39af38-1b35-468d-8372-abd54a7d255e" providerId="ADAL" clId="{DE68FCE6-1493-4635-802A-D090A75C0991}" dt="2026-06-18T18:19:41.306" v="801" actId="1076"/>
          <ac:spMkLst>
            <pc:docMk/>
            <pc:sldMk cId="1678049486" sldId="258"/>
            <ac:spMk id="50" creationId="{2F9BBF8A-4500-67DD-B2A0-D48E2BA8620C}"/>
          </ac:spMkLst>
        </pc:spChg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52" creationId="{2F152523-511D-B3DB-8661-5BCC2D584D8C}"/>
          </ac:spMkLst>
        </pc:spChg>
        <pc:spChg chg="add mod">
          <ac:chgData name="Lance, Emilee" userId="fe39af38-1b35-468d-8372-abd54a7d255e" providerId="ADAL" clId="{DE68FCE6-1493-4635-802A-D090A75C0991}" dt="2026-06-18T18:20:37.725" v="808" actId="1076"/>
          <ac:spMkLst>
            <pc:docMk/>
            <pc:sldMk cId="1678049486" sldId="258"/>
            <ac:spMk id="54" creationId="{DBBEF806-A596-DEE0-2DE0-DE7AEDF4D870}"/>
          </ac:spMkLst>
        </pc:spChg>
        <pc:spChg chg="add mod">
          <ac:chgData name="Lance, Emilee" userId="fe39af38-1b35-468d-8372-abd54a7d255e" providerId="ADAL" clId="{DE68FCE6-1493-4635-802A-D090A75C0991}" dt="2026-06-18T18:20:37.725" v="808" actId="1076"/>
          <ac:spMkLst>
            <pc:docMk/>
            <pc:sldMk cId="1678049486" sldId="258"/>
            <ac:spMk id="56" creationId="{DC742197-CD87-E070-6FA8-E973139535FB}"/>
          </ac:spMkLst>
        </pc:spChg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58" creationId="{2CEEBBCF-AA70-354B-5744-BC81A9AB688C}"/>
          </ac:spMkLst>
        </pc:spChg>
        <pc:spChg chg="add mod">
          <ac:chgData name="Lance, Emilee" userId="fe39af38-1b35-468d-8372-abd54a7d255e" providerId="ADAL" clId="{DE68FCE6-1493-4635-802A-D090A75C0991}" dt="2026-06-18T18:20:37.725" v="808" actId="1076"/>
          <ac:spMkLst>
            <pc:docMk/>
            <pc:sldMk cId="1678049486" sldId="258"/>
            <ac:spMk id="60" creationId="{DE32B1BB-7B6C-63DA-7756-206D06540E2F}"/>
          </ac:spMkLst>
        </pc:spChg>
        <pc:spChg chg="add mod">
          <ac:chgData name="Lance, Emilee" userId="fe39af38-1b35-468d-8372-abd54a7d255e" providerId="ADAL" clId="{DE68FCE6-1493-4635-802A-D090A75C0991}" dt="2026-06-18T18:19:46.014" v="803" actId="1076"/>
          <ac:spMkLst>
            <pc:docMk/>
            <pc:sldMk cId="1678049486" sldId="258"/>
            <ac:spMk id="62" creationId="{C69004DD-C13B-7D0D-9B01-44E7D51C4E7D}"/>
          </ac:spMkLst>
        </pc:spChg>
        <pc:spChg chg="add del mod">
          <ac:chgData name="Lance, Emilee" userId="fe39af38-1b35-468d-8372-abd54a7d255e" providerId="ADAL" clId="{DE68FCE6-1493-4635-802A-D090A75C0991}" dt="2026-06-18T18:27:20.013" v="816" actId="478"/>
          <ac:spMkLst>
            <pc:docMk/>
            <pc:sldMk cId="1678049486" sldId="258"/>
            <ac:spMk id="64" creationId="{E4E0FB87-A501-7A34-58EA-1E0B6DEF1D3C}"/>
          </ac:spMkLst>
        </pc:spChg>
        <pc:picChg chg="add mod modCrop">
          <ac:chgData name="Lance, Emilee" userId="fe39af38-1b35-468d-8372-abd54a7d255e" providerId="ADAL" clId="{DE68FCE6-1493-4635-802A-D090A75C0991}" dt="2026-06-17T20:37:28.989" v="306" actId="732"/>
          <ac:picMkLst>
            <pc:docMk/>
            <pc:sldMk cId="1678049486" sldId="258"/>
            <ac:picMk id="2" creationId="{9EAF49EC-F305-AD80-B720-3133BA1C6876}"/>
          </ac:picMkLst>
        </pc:picChg>
        <pc:picChg chg="add mod">
          <ac:chgData name="Lance, Emilee" userId="fe39af38-1b35-468d-8372-abd54a7d255e" providerId="ADAL" clId="{DE68FCE6-1493-4635-802A-D090A75C0991}" dt="2026-06-17T20:40:18.541" v="338" actId="1036"/>
          <ac:picMkLst>
            <pc:docMk/>
            <pc:sldMk cId="1678049486" sldId="258"/>
            <ac:picMk id="3" creationId="{2DDA1305-9191-1883-C4BE-A473E42B02F7}"/>
          </ac:picMkLst>
        </pc:picChg>
        <pc:picChg chg="add mod">
          <ac:chgData name="Lance, Emilee" userId="fe39af38-1b35-468d-8372-abd54a7d255e" providerId="ADAL" clId="{DE68FCE6-1493-4635-802A-D090A75C0991}" dt="2026-06-17T20:40:19.434" v="340" actId="1076"/>
          <ac:picMkLst>
            <pc:docMk/>
            <pc:sldMk cId="1678049486" sldId="258"/>
            <ac:picMk id="4" creationId="{F3CD7929-BB68-049B-8AD9-9113FF03505D}"/>
          </ac:picMkLst>
        </pc:picChg>
        <pc:picChg chg="add del mod">
          <ac:chgData name="Lance, Emilee" userId="fe39af38-1b35-468d-8372-abd54a7d255e" providerId="ADAL" clId="{DE68FCE6-1493-4635-802A-D090A75C0991}" dt="2026-06-17T19:57:16.125" v="143" actId="478"/>
          <ac:picMkLst>
            <pc:docMk/>
            <pc:sldMk cId="1678049486" sldId="258"/>
            <ac:picMk id="5" creationId="{F94F83C7-7269-F0BF-DB22-13C6A098083A}"/>
          </ac:picMkLst>
        </pc:picChg>
        <pc:picChg chg="add mod modCrop">
          <ac:chgData name="Lance, Emilee" userId="fe39af38-1b35-468d-8372-abd54a7d255e" providerId="ADAL" clId="{DE68FCE6-1493-4635-802A-D090A75C0991}" dt="2026-06-18T18:20:11.069" v="805" actId="34135"/>
          <ac:picMkLst>
            <pc:docMk/>
            <pc:sldMk cId="1678049486" sldId="258"/>
            <ac:picMk id="7" creationId="{4E4EC4A4-9513-F3BB-3C0F-E4D709A8D1B7}"/>
          </ac:picMkLst>
        </pc:picChg>
      </pc:sldChg>
      <pc:sldChg chg="addSp modSp new mod modNotesTx">
        <pc:chgData name="Lance, Emilee" userId="fe39af38-1b35-468d-8372-abd54a7d255e" providerId="ADAL" clId="{DE68FCE6-1493-4635-802A-D090A75C0991}" dt="2026-06-17T20:21:00.175" v="175" actId="20577"/>
        <pc:sldMkLst>
          <pc:docMk/>
          <pc:sldMk cId="3558506000" sldId="259"/>
        </pc:sldMkLst>
        <pc:picChg chg="add mod">
          <ac:chgData name="Lance, Emilee" userId="fe39af38-1b35-468d-8372-abd54a7d255e" providerId="ADAL" clId="{DE68FCE6-1493-4635-802A-D090A75C0991}" dt="2026-06-17T20:08:26.025" v="157" actId="1076"/>
          <ac:picMkLst>
            <pc:docMk/>
            <pc:sldMk cId="3558506000" sldId="259"/>
            <ac:picMk id="2" creationId="{06B77685-D878-43C3-EA50-70E52DC5D966}"/>
          </ac:picMkLst>
        </pc:picChg>
      </pc:sldChg>
      <pc:sldChg chg="addSp modSp new mod modNotesTx">
        <pc:chgData name="Lance, Emilee" userId="fe39af38-1b35-468d-8372-abd54a7d255e" providerId="ADAL" clId="{DE68FCE6-1493-4635-802A-D090A75C0991}" dt="2026-06-17T20:25:05.150" v="222" actId="14100"/>
        <pc:sldMkLst>
          <pc:docMk/>
          <pc:sldMk cId="2809166064" sldId="260"/>
        </pc:sldMkLst>
        <pc:spChg chg="add">
          <ac:chgData name="Lance, Emilee" userId="fe39af38-1b35-468d-8372-abd54a7d255e" providerId="ADAL" clId="{DE68FCE6-1493-4635-802A-D090A75C0991}" dt="2026-06-17T20:24:39.401" v="215" actId="22"/>
          <ac:spMkLst>
            <pc:docMk/>
            <pc:sldMk cId="2809166064" sldId="260"/>
            <ac:spMk id="7" creationId="{C7E9D6D0-9456-1FCE-DE7A-9974EB6A18F9}"/>
          </ac:spMkLst>
        </pc:spChg>
        <pc:spChg chg="add">
          <ac:chgData name="Lance, Emilee" userId="fe39af38-1b35-468d-8372-abd54a7d255e" providerId="ADAL" clId="{DE68FCE6-1493-4635-802A-D090A75C0991}" dt="2026-06-17T20:24:39.401" v="215" actId="22"/>
          <ac:spMkLst>
            <pc:docMk/>
            <pc:sldMk cId="2809166064" sldId="260"/>
            <ac:spMk id="9" creationId="{F1F6C962-45BE-0BC0-82B2-1441212404D2}"/>
          </ac:spMkLst>
        </pc:spChg>
        <pc:picChg chg="add mod modCrop">
          <ac:chgData name="Lance, Emilee" userId="fe39af38-1b35-468d-8372-abd54a7d255e" providerId="ADAL" clId="{DE68FCE6-1493-4635-802A-D090A75C0991}" dt="2026-06-17T20:25:05.150" v="222" actId="14100"/>
          <ac:picMkLst>
            <pc:docMk/>
            <pc:sldMk cId="2809166064" sldId="260"/>
            <ac:picMk id="3" creationId="{551DA0F5-CE35-DF43-2D3B-BF318CF04BD7}"/>
          </ac:picMkLst>
        </pc:picChg>
        <pc:picChg chg="add mod">
          <ac:chgData name="Lance, Emilee" userId="fe39af38-1b35-468d-8372-abd54a7d255e" providerId="ADAL" clId="{DE68FCE6-1493-4635-802A-D090A75C0991}" dt="2026-06-17T20:23:45.577" v="206" actId="1076"/>
          <ac:picMkLst>
            <pc:docMk/>
            <pc:sldMk cId="2809166064" sldId="260"/>
            <ac:picMk id="5" creationId="{1CF72D5C-BF38-98DB-8662-E16B36C6A7D0}"/>
          </ac:picMkLst>
        </pc:picChg>
      </pc:sldChg>
      <pc:sldChg chg="addSp modSp new mod modNotesTx">
        <pc:chgData name="Lance, Emilee" userId="fe39af38-1b35-468d-8372-abd54a7d255e" providerId="ADAL" clId="{DE68FCE6-1493-4635-802A-D090A75C0991}" dt="2026-06-17T20:26:38.910" v="265" actId="22"/>
        <pc:sldMkLst>
          <pc:docMk/>
          <pc:sldMk cId="3626726815" sldId="261"/>
        </pc:sldMkLst>
        <pc:spChg chg="add">
          <ac:chgData name="Lance, Emilee" userId="fe39af38-1b35-468d-8372-abd54a7d255e" providerId="ADAL" clId="{DE68FCE6-1493-4635-802A-D090A75C0991}" dt="2026-06-17T20:26:38.910" v="265" actId="22"/>
          <ac:spMkLst>
            <pc:docMk/>
            <pc:sldMk cId="3626726815" sldId="261"/>
            <ac:spMk id="7" creationId="{6EEE9DFC-D715-5460-6D5D-9B9648289702}"/>
          </ac:spMkLst>
        </pc:spChg>
        <pc:spChg chg="add">
          <ac:chgData name="Lance, Emilee" userId="fe39af38-1b35-468d-8372-abd54a7d255e" providerId="ADAL" clId="{DE68FCE6-1493-4635-802A-D090A75C0991}" dt="2026-06-17T20:26:38.910" v="265" actId="22"/>
          <ac:spMkLst>
            <pc:docMk/>
            <pc:sldMk cId="3626726815" sldId="261"/>
            <ac:spMk id="9" creationId="{37CFF132-40A2-0999-54F4-144247D413D9}"/>
          </ac:spMkLst>
        </pc:spChg>
        <pc:picChg chg="add mod">
          <ac:chgData name="Lance, Emilee" userId="fe39af38-1b35-468d-8372-abd54a7d255e" providerId="ADAL" clId="{DE68FCE6-1493-4635-802A-D090A75C0991}" dt="2026-06-17T20:26:33.257" v="264" actId="1076"/>
          <ac:picMkLst>
            <pc:docMk/>
            <pc:sldMk cId="3626726815" sldId="261"/>
            <ac:picMk id="3" creationId="{6408DBA7-C77D-112F-D1B0-D9ED9047A084}"/>
          </ac:picMkLst>
        </pc:picChg>
        <pc:picChg chg="add mod">
          <ac:chgData name="Lance, Emilee" userId="fe39af38-1b35-468d-8372-abd54a7d255e" providerId="ADAL" clId="{DE68FCE6-1493-4635-802A-D090A75C0991}" dt="2026-06-17T20:26:30.821" v="263" actId="1076"/>
          <ac:picMkLst>
            <pc:docMk/>
            <pc:sldMk cId="3626726815" sldId="261"/>
            <ac:picMk id="5" creationId="{882A821E-5350-A0AD-364C-73D64C47ED3A}"/>
          </ac:picMkLst>
        </pc:picChg>
      </pc:sldChg>
      <pc:sldChg chg="addSp delSp modSp new mod modNotesTx">
        <pc:chgData name="Lance, Emilee" userId="fe39af38-1b35-468d-8372-abd54a7d255e" providerId="ADAL" clId="{DE68FCE6-1493-4635-802A-D090A75C0991}" dt="2026-06-17T20:31:17.692" v="305" actId="1076"/>
        <pc:sldMkLst>
          <pc:docMk/>
          <pc:sldMk cId="17404163" sldId="262"/>
        </pc:sldMkLst>
        <pc:picChg chg="add del mod">
          <ac:chgData name="Lance, Emilee" userId="fe39af38-1b35-468d-8372-abd54a7d255e" providerId="ADAL" clId="{DE68FCE6-1493-4635-802A-D090A75C0991}" dt="2026-06-17T20:28:18.856" v="303" actId="478"/>
          <ac:picMkLst>
            <pc:docMk/>
            <pc:sldMk cId="17404163" sldId="262"/>
            <ac:picMk id="3" creationId="{6FAC8FB5-332B-3A42-6AE8-C85D15216EB8}"/>
          </ac:picMkLst>
        </pc:picChg>
        <pc:picChg chg="add mod">
          <ac:chgData name="Lance, Emilee" userId="fe39af38-1b35-468d-8372-abd54a7d255e" providerId="ADAL" clId="{DE68FCE6-1493-4635-802A-D090A75C0991}" dt="2026-06-17T20:31:17.692" v="305" actId="1076"/>
          <ac:picMkLst>
            <pc:docMk/>
            <pc:sldMk cId="17404163" sldId="262"/>
            <ac:picMk id="5" creationId="{A7962507-F29D-A17C-299E-4907813F55EA}"/>
          </ac:picMkLst>
        </pc:picChg>
      </pc:sldChg>
      <pc:sldChg chg="addSp modSp new mod">
        <pc:chgData name="Lance, Emilee" userId="fe39af38-1b35-468d-8372-abd54a7d255e" providerId="ADAL" clId="{DE68FCE6-1493-4635-802A-D090A75C0991}" dt="2026-06-18T15:13:25.153" v="775" actId="1037"/>
        <pc:sldMkLst>
          <pc:docMk/>
          <pc:sldMk cId="2602343295" sldId="263"/>
        </pc:sldMkLst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4" creationId="{3C1CFED7-D1C3-8E3C-9873-16A3A20A0C2A}"/>
          </ac:spMkLst>
        </pc:spChg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6" creationId="{E84AF14B-68EA-958F-749E-10BE6BB82D31}"/>
          </ac:spMkLst>
        </pc:spChg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8" creationId="{426F3A72-A2C8-C514-65DB-BE7A10F8FB4D}"/>
          </ac:spMkLst>
        </pc:spChg>
        <pc:spChg chg="add mod">
          <ac:chgData name="Lance, Emilee" userId="fe39af38-1b35-468d-8372-abd54a7d255e" providerId="ADAL" clId="{DE68FCE6-1493-4635-802A-D090A75C0991}" dt="2026-06-18T15:12:16.500" v="666" actId="1036"/>
          <ac:spMkLst>
            <pc:docMk/>
            <pc:sldMk cId="2602343295" sldId="263"/>
            <ac:spMk id="10" creationId="{A9BE2D82-834D-6B07-0324-8D2292A62786}"/>
          </ac:spMkLst>
        </pc:spChg>
        <pc:spChg chg="add mod">
          <ac:chgData name="Lance, Emilee" userId="fe39af38-1b35-468d-8372-abd54a7d255e" providerId="ADAL" clId="{DE68FCE6-1493-4635-802A-D090A75C0991}" dt="2026-06-18T15:12:19.791" v="675" actId="1036"/>
          <ac:spMkLst>
            <pc:docMk/>
            <pc:sldMk cId="2602343295" sldId="263"/>
            <ac:spMk id="12" creationId="{C0DF9710-813C-486F-A9FB-4A0641BCB5C3}"/>
          </ac:spMkLst>
        </pc:spChg>
        <pc:spChg chg="add mod">
          <ac:chgData name="Lance, Emilee" userId="fe39af38-1b35-468d-8372-abd54a7d255e" providerId="ADAL" clId="{DE68FCE6-1493-4635-802A-D090A75C0991}" dt="2026-06-18T15:12:24.623" v="683" actId="1036"/>
          <ac:spMkLst>
            <pc:docMk/>
            <pc:sldMk cId="2602343295" sldId="263"/>
            <ac:spMk id="14" creationId="{3A3B2BAB-7D98-92A6-8F75-5951EE5BF29B}"/>
          </ac:spMkLst>
        </pc:spChg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16" creationId="{61505CAF-9060-5225-7EDB-8AB1AC7BFBE1}"/>
          </ac:spMkLst>
        </pc:spChg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18" creationId="{2C0836AE-E137-4828-400B-F252757834D7}"/>
          </ac:spMkLst>
        </pc:spChg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20" creationId="{DA73BDDE-7EA7-2CA1-A169-984F22A05F92}"/>
          </ac:spMkLst>
        </pc:spChg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22" creationId="{D971B9A4-D426-EB7A-593A-0947B606D2F7}"/>
          </ac:spMkLst>
        </pc:spChg>
        <pc:spChg chg="add mod">
          <ac:chgData name="Lance, Emilee" userId="fe39af38-1b35-468d-8372-abd54a7d255e" providerId="ADAL" clId="{DE68FCE6-1493-4635-802A-D090A75C0991}" dt="2026-06-18T15:11:47.287" v="594" actId="1035"/>
          <ac:spMkLst>
            <pc:docMk/>
            <pc:sldMk cId="2602343295" sldId="263"/>
            <ac:spMk id="24" creationId="{33D1DC94-4343-104B-38DA-5A7D019B4B75}"/>
          </ac:spMkLst>
        </pc:spChg>
        <pc:spChg chg="add mod">
          <ac:chgData name="Lance, Emilee" userId="fe39af38-1b35-468d-8372-abd54a7d255e" providerId="ADAL" clId="{DE68FCE6-1493-4635-802A-D090A75C0991}" dt="2026-06-18T15:11:43.796" v="583" actId="1035"/>
          <ac:spMkLst>
            <pc:docMk/>
            <pc:sldMk cId="2602343295" sldId="263"/>
            <ac:spMk id="26" creationId="{0E0187F1-9D4D-42A7-C130-28BA97ABEFD3}"/>
          </ac:spMkLst>
        </pc:spChg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28" creationId="{0F0FC2E0-22C9-E8E7-8E61-6153BA2997D0}"/>
          </ac:spMkLst>
        </pc:spChg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30" creationId="{591BF373-F05B-738C-6DB2-537EDAF599BB}"/>
          </ac:spMkLst>
        </pc:spChg>
        <pc:spChg chg="add mod">
          <ac:chgData name="Lance, Emilee" userId="fe39af38-1b35-468d-8372-abd54a7d255e" providerId="ADAL" clId="{DE68FCE6-1493-4635-802A-D090A75C0991}" dt="2026-06-18T15:13:25.153" v="775" actId="1037"/>
          <ac:spMkLst>
            <pc:docMk/>
            <pc:sldMk cId="2602343295" sldId="263"/>
            <ac:spMk id="32" creationId="{F282F268-2197-5167-1CF1-B701F2E3E228}"/>
          </ac:spMkLst>
        </pc:spChg>
        <pc:picChg chg="add mod modCrop">
          <ac:chgData name="Lance, Emilee" userId="fe39af38-1b35-468d-8372-abd54a7d255e" providerId="ADAL" clId="{DE68FCE6-1493-4635-802A-D090A75C0991}" dt="2026-06-18T15:07:23.263" v="346" actId="732"/>
          <ac:picMkLst>
            <pc:docMk/>
            <pc:sldMk cId="2602343295" sldId="263"/>
            <ac:picMk id="3" creationId="{786F9245-0F1E-DD6B-75DE-AF48D9FFE6FA}"/>
          </ac:picMkLst>
        </pc:picChg>
      </pc:sldChg>
      <pc:sldChg chg="addSp delSp modSp add mod">
        <pc:chgData name="Lance, Emilee" userId="fe39af38-1b35-468d-8372-abd54a7d255e" providerId="ADAL" clId="{DE68FCE6-1493-4635-802A-D090A75C0991}" dt="2026-06-18T18:28:55.674" v="828" actId="732"/>
        <pc:sldMkLst>
          <pc:docMk/>
          <pc:sldMk cId="2788426028" sldId="264"/>
        </pc:sldMkLst>
        <pc:spChg chg="ord">
          <ac:chgData name="Lance, Emilee" userId="fe39af38-1b35-468d-8372-abd54a7d255e" providerId="ADAL" clId="{DE68FCE6-1493-4635-802A-D090A75C0991}" dt="2026-06-18T18:28:31.533" v="826" actId="166"/>
          <ac:spMkLst>
            <pc:docMk/>
            <pc:sldMk cId="2788426028" sldId="264"/>
            <ac:spMk id="15" creationId="{9D31DA38-22A5-1C27-85DC-EC36CDB8956F}"/>
          </ac:spMkLst>
        </pc:spChg>
        <pc:picChg chg="add mod modCrop">
          <ac:chgData name="Lance, Emilee" userId="fe39af38-1b35-468d-8372-abd54a7d255e" providerId="ADAL" clId="{DE68FCE6-1493-4635-802A-D090A75C0991}" dt="2026-06-18T18:28:55.674" v="828" actId="732"/>
          <ac:picMkLst>
            <pc:docMk/>
            <pc:sldMk cId="2788426028" sldId="264"/>
            <ac:picMk id="6" creationId="{5C588BC2-6489-94DB-7463-C3A990EEF3EF}"/>
          </ac:picMkLst>
        </pc:picChg>
        <pc:picChg chg="del">
          <ac:chgData name="Lance, Emilee" userId="fe39af38-1b35-468d-8372-abd54a7d255e" providerId="ADAL" clId="{DE68FCE6-1493-4635-802A-D090A75C0991}" dt="2026-06-18T18:27:34.949" v="818" actId="478"/>
          <ac:picMkLst>
            <pc:docMk/>
            <pc:sldMk cId="2788426028" sldId="264"/>
            <ac:picMk id="7" creationId="{C88AC26B-CFD5-EACA-900D-DC3F4EA0AF07}"/>
          </ac:picMkLst>
        </pc:picChg>
      </pc:sldChg>
      <pc:sldMasterChg chg="modSp modSldLayout">
        <pc:chgData name="Lance, Emilee" userId="fe39af38-1b35-468d-8372-abd54a7d255e" providerId="ADAL" clId="{DE68FCE6-1493-4635-802A-D090A75C0991}" dt="2026-06-17T20:06:30.281" v="156"/>
        <pc:sldMasterMkLst>
          <pc:docMk/>
          <pc:sldMasterMk cId="1514966544" sldId="2147483660"/>
        </pc:sldMasterMkLst>
        <pc:spChg chg="mod">
          <ac:chgData name="Lance, Emilee" userId="fe39af38-1b35-468d-8372-abd54a7d255e" providerId="ADAL" clId="{DE68FCE6-1493-4635-802A-D090A75C0991}" dt="2026-06-17T20:06:30.281" v="156"/>
          <ac:spMkLst>
            <pc:docMk/>
            <pc:sldMasterMk cId="1514966544" sldId="2147483660"/>
            <ac:spMk id="2" creationId="{00000000-0000-0000-0000-000000000000}"/>
          </ac:spMkLst>
        </pc:spChg>
        <pc:spChg chg="mod">
          <ac:chgData name="Lance, Emilee" userId="fe39af38-1b35-468d-8372-abd54a7d255e" providerId="ADAL" clId="{DE68FCE6-1493-4635-802A-D090A75C0991}" dt="2026-06-17T20:06:30.281" v="156"/>
          <ac:spMkLst>
            <pc:docMk/>
            <pc:sldMasterMk cId="1514966544" sldId="2147483660"/>
            <ac:spMk id="3" creationId="{00000000-0000-0000-0000-000000000000}"/>
          </ac:spMkLst>
        </pc:spChg>
        <pc:spChg chg="mod">
          <ac:chgData name="Lance, Emilee" userId="fe39af38-1b35-468d-8372-abd54a7d255e" providerId="ADAL" clId="{DE68FCE6-1493-4635-802A-D090A75C0991}" dt="2026-06-17T20:06:30.281" v="156"/>
          <ac:spMkLst>
            <pc:docMk/>
            <pc:sldMasterMk cId="1514966544" sldId="2147483660"/>
            <ac:spMk id="4" creationId="{00000000-0000-0000-0000-000000000000}"/>
          </ac:spMkLst>
        </pc:spChg>
        <pc:spChg chg="mod">
          <ac:chgData name="Lance, Emilee" userId="fe39af38-1b35-468d-8372-abd54a7d255e" providerId="ADAL" clId="{DE68FCE6-1493-4635-802A-D090A75C0991}" dt="2026-06-17T20:06:30.281" v="156"/>
          <ac:spMkLst>
            <pc:docMk/>
            <pc:sldMasterMk cId="1514966544" sldId="2147483660"/>
            <ac:spMk id="5" creationId="{00000000-0000-0000-0000-000000000000}"/>
          </ac:spMkLst>
        </pc:spChg>
        <pc:spChg chg="mod">
          <ac:chgData name="Lance, Emilee" userId="fe39af38-1b35-468d-8372-abd54a7d255e" providerId="ADAL" clId="{DE68FCE6-1493-4635-802A-D090A75C0991}" dt="2026-06-17T20:06:30.281" v="156"/>
          <ac:spMkLst>
            <pc:docMk/>
            <pc:sldMasterMk cId="1514966544" sldId="2147483660"/>
            <ac:spMk id="6" creationId="{00000000-0000-0000-0000-000000000000}"/>
          </ac:spMkLst>
        </pc:spChg>
        <pc:sldLayoutChg chg="modSp">
          <pc:chgData name="Lance, Emilee" userId="fe39af38-1b35-468d-8372-abd54a7d255e" providerId="ADAL" clId="{DE68FCE6-1493-4635-802A-D090A75C0991}" dt="2026-06-17T20:06:30.281" v="156"/>
          <pc:sldLayoutMkLst>
            <pc:docMk/>
            <pc:sldMasterMk cId="1514966544" sldId="2147483660"/>
            <pc:sldLayoutMk cId="3423401421" sldId="2147483661"/>
          </pc:sldLayoutMkLst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3423401421" sldId="2147483661"/>
              <ac:spMk id="2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3423401421" sldId="2147483661"/>
              <ac:spMk id="3" creationId="{00000000-0000-0000-0000-000000000000}"/>
            </ac:spMkLst>
          </pc:spChg>
        </pc:sldLayoutChg>
        <pc:sldLayoutChg chg="modSp">
          <pc:chgData name="Lance, Emilee" userId="fe39af38-1b35-468d-8372-abd54a7d255e" providerId="ADAL" clId="{DE68FCE6-1493-4635-802A-D090A75C0991}" dt="2026-06-17T20:06:30.281" v="156"/>
          <pc:sldLayoutMkLst>
            <pc:docMk/>
            <pc:sldMasterMk cId="1514966544" sldId="2147483660"/>
            <pc:sldLayoutMk cId="2019331648" sldId="2147483663"/>
          </pc:sldLayoutMkLst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2019331648" sldId="2147483663"/>
              <ac:spMk id="2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2019331648" sldId="2147483663"/>
              <ac:spMk id="3" creationId="{00000000-0000-0000-0000-000000000000}"/>
            </ac:spMkLst>
          </pc:spChg>
        </pc:sldLayoutChg>
        <pc:sldLayoutChg chg="modSp">
          <pc:chgData name="Lance, Emilee" userId="fe39af38-1b35-468d-8372-abd54a7d255e" providerId="ADAL" clId="{DE68FCE6-1493-4635-802A-D090A75C0991}" dt="2026-06-17T20:06:30.281" v="156"/>
          <pc:sldLayoutMkLst>
            <pc:docMk/>
            <pc:sldMasterMk cId="1514966544" sldId="2147483660"/>
            <pc:sldLayoutMk cId="2461744153" sldId="2147483664"/>
          </pc:sldLayoutMkLst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2461744153" sldId="2147483664"/>
              <ac:spMk id="3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2461744153" sldId="2147483664"/>
              <ac:spMk id="4" creationId="{00000000-0000-0000-0000-000000000000}"/>
            </ac:spMkLst>
          </pc:spChg>
        </pc:sldLayoutChg>
        <pc:sldLayoutChg chg="modSp">
          <pc:chgData name="Lance, Emilee" userId="fe39af38-1b35-468d-8372-abd54a7d255e" providerId="ADAL" clId="{DE68FCE6-1493-4635-802A-D090A75C0991}" dt="2026-06-17T20:06:30.281" v="156"/>
          <pc:sldLayoutMkLst>
            <pc:docMk/>
            <pc:sldMasterMk cId="1514966544" sldId="2147483660"/>
            <pc:sldLayoutMk cId="2417239229" sldId="2147483665"/>
          </pc:sldLayoutMkLst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2417239229" sldId="2147483665"/>
              <ac:spMk id="2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2417239229" sldId="2147483665"/>
              <ac:spMk id="3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2417239229" sldId="2147483665"/>
              <ac:spMk id="4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2417239229" sldId="2147483665"/>
              <ac:spMk id="5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2417239229" sldId="2147483665"/>
              <ac:spMk id="6" creationId="{00000000-0000-0000-0000-000000000000}"/>
            </ac:spMkLst>
          </pc:spChg>
        </pc:sldLayoutChg>
        <pc:sldLayoutChg chg="modSp">
          <pc:chgData name="Lance, Emilee" userId="fe39af38-1b35-468d-8372-abd54a7d255e" providerId="ADAL" clId="{DE68FCE6-1493-4635-802A-D090A75C0991}" dt="2026-06-17T20:06:30.281" v="156"/>
          <pc:sldLayoutMkLst>
            <pc:docMk/>
            <pc:sldMasterMk cId="1514966544" sldId="2147483660"/>
            <pc:sldLayoutMk cId="1301868413" sldId="2147483668"/>
          </pc:sldLayoutMkLst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1301868413" sldId="2147483668"/>
              <ac:spMk id="2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1301868413" sldId="2147483668"/>
              <ac:spMk id="3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1301868413" sldId="2147483668"/>
              <ac:spMk id="4" creationId="{00000000-0000-0000-0000-000000000000}"/>
            </ac:spMkLst>
          </pc:spChg>
        </pc:sldLayoutChg>
        <pc:sldLayoutChg chg="modSp">
          <pc:chgData name="Lance, Emilee" userId="fe39af38-1b35-468d-8372-abd54a7d255e" providerId="ADAL" clId="{DE68FCE6-1493-4635-802A-D090A75C0991}" dt="2026-06-17T20:06:30.281" v="156"/>
          <pc:sldLayoutMkLst>
            <pc:docMk/>
            <pc:sldMasterMk cId="1514966544" sldId="2147483660"/>
            <pc:sldLayoutMk cId="1618077311" sldId="2147483669"/>
          </pc:sldLayoutMkLst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1618077311" sldId="2147483669"/>
              <ac:spMk id="2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1618077311" sldId="2147483669"/>
              <ac:spMk id="3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1618077311" sldId="2147483669"/>
              <ac:spMk id="4" creationId="{00000000-0000-0000-0000-000000000000}"/>
            </ac:spMkLst>
          </pc:spChg>
        </pc:sldLayoutChg>
        <pc:sldLayoutChg chg="modSp">
          <pc:chgData name="Lance, Emilee" userId="fe39af38-1b35-468d-8372-abd54a7d255e" providerId="ADAL" clId="{DE68FCE6-1493-4635-802A-D090A75C0991}" dt="2026-06-17T20:06:30.281" v="156"/>
          <pc:sldLayoutMkLst>
            <pc:docMk/>
            <pc:sldMasterMk cId="1514966544" sldId="2147483660"/>
            <pc:sldLayoutMk cId="725507540" sldId="2147483671"/>
          </pc:sldLayoutMkLst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725507540" sldId="2147483671"/>
              <ac:spMk id="2" creationId="{00000000-0000-0000-0000-000000000000}"/>
            </ac:spMkLst>
          </pc:spChg>
          <pc:spChg chg="mod">
            <ac:chgData name="Lance, Emilee" userId="fe39af38-1b35-468d-8372-abd54a7d255e" providerId="ADAL" clId="{DE68FCE6-1493-4635-802A-D090A75C0991}" dt="2026-06-17T20:06:30.281" v="156"/>
            <ac:spMkLst>
              <pc:docMk/>
              <pc:sldMasterMk cId="1514966544" sldId="2147483660"/>
              <pc:sldLayoutMk cId="725507540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3CF5F-21E5-4E84-A557-0E51BA43A255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B0113-D517-4E56-AA9D-D6DC67B3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3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2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2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92" algn="l" defTabSz="914292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38" algn="l" defTabSz="914292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83" algn="l" defTabSz="914292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730" algn="l" defTabSz="914292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76" algn="l" defTabSz="914292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200023" algn="l" defTabSz="914292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68" algn="l" defTabSz="914292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Panel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B0113-D517-4E56-AA9D-D6DC67B3F6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62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Panel 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B0113-D517-4E56-AA9D-D6DC67B3F6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21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Panel 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B0113-D517-4E56-AA9D-D6DC67B3F6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32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727C7-0143-8229-F7C4-553F754F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AB1D8-DACB-4C43-A2D8-A242ABAB2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10D9C-303D-744A-DA7C-040FE7B9E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Panel 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C89CD-F0DB-EA04-D838-7DDDB95AD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B0113-D517-4E56-AA9D-D6DC67B3F6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8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Panel 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B0113-D517-4E56-AA9D-D6DC67B3F6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94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Supplementary Figure Panel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B0113-D517-4E56-AA9D-D6DC67B3F6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3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Supplementary Figure Panel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B0113-D517-4E56-AA9D-D6DC67B3F6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32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Panel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B0113-D517-4E56-AA9D-D6DC67B3F6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06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1346837"/>
            <a:ext cx="1010412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22445"/>
            <a:ext cx="8915400" cy="1986915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67" indent="0" algn="ctr">
              <a:buNone/>
              <a:defRPr sz="2399"/>
            </a:lvl2pPr>
            <a:lvl3pPr marL="1097333" indent="0" algn="ctr">
              <a:buNone/>
              <a:defRPr sz="2160"/>
            </a:lvl3pPr>
            <a:lvl4pPr marL="1646000" indent="0" algn="ctr">
              <a:buNone/>
              <a:defRPr sz="1920"/>
            </a:lvl4pPr>
            <a:lvl5pPr marL="2194667" indent="0" algn="ctr">
              <a:buNone/>
              <a:defRPr sz="1920"/>
            </a:lvl5pPr>
            <a:lvl6pPr marL="2743332" indent="0" algn="ctr">
              <a:buNone/>
              <a:defRPr sz="1920"/>
            </a:lvl6pPr>
            <a:lvl7pPr marL="3291999" indent="0" algn="ctr">
              <a:buNone/>
              <a:defRPr sz="1920"/>
            </a:lvl7pPr>
            <a:lvl8pPr marL="3840665" indent="0" algn="ctr">
              <a:buNone/>
              <a:defRPr sz="1920"/>
            </a:lvl8pPr>
            <a:lvl9pPr marL="4389332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01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2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3" y="2051687"/>
            <a:ext cx="1025271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3" y="5507358"/>
            <a:ext cx="1025271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67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2pPr>
            <a:lvl3pPr marL="1097333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60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667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332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999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665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332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3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2190751"/>
            <a:ext cx="505206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2190751"/>
            <a:ext cx="505206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4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438152"/>
            <a:ext cx="10252710" cy="1590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6" y="2017396"/>
            <a:ext cx="5028842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67" indent="0">
              <a:buNone/>
              <a:defRPr sz="2399" b="1"/>
            </a:lvl2pPr>
            <a:lvl3pPr marL="1097333" indent="0">
              <a:buNone/>
              <a:defRPr sz="2160" b="1"/>
            </a:lvl3pPr>
            <a:lvl4pPr marL="1646000" indent="0">
              <a:buNone/>
              <a:defRPr sz="1920" b="1"/>
            </a:lvl4pPr>
            <a:lvl5pPr marL="2194667" indent="0">
              <a:buNone/>
              <a:defRPr sz="1920" b="1"/>
            </a:lvl5pPr>
            <a:lvl6pPr marL="2743332" indent="0">
              <a:buNone/>
              <a:defRPr sz="1920" b="1"/>
            </a:lvl6pPr>
            <a:lvl7pPr marL="3291999" indent="0">
              <a:buNone/>
              <a:defRPr sz="1920" b="1"/>
            </a:lvl7pPr>
            <a:lvl8pPr marL="3840665" indent="0">
              <a:buNone/>
              <a:defRPr sz="1920" b="1"/>
            </a:lvl8pPr>
            <a:lvl9pPr marL="4389332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6" y="3006091"/>
            <a:ext cx="5028842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5" y="2017396"/>
            <a:ext cx="505360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67" indent="0">
              <a:buNone/>
              <a:defRPr sz="2399" b="1"/>
            </a:lvl2pPr>
            <a:lvl3pPr marL="1097333" indent="0">
              <a:buNone/>
              <a:defRPr sz="2160" b="1"/>
            </a:lvl3pPr>
            <a:lvl4pPr marL="1646000" indent="0">
              <a:buNone/>
              <a:defRPr sz="1920" b="1"/>
            </a:lvl4pPr>
            <a:lvl5pPr marL="2194667" indent="0">
              <a:buNone/>
              <a:defRPr sz="1920" b="1"/>
            </a:lvl5pPr>
            <a:lvl6pPr marL="2743332" indent="0">
              <a:buNone/>
              <a:defRPr sz="1920" b="1"/>
            </a:lvl6pPr>
            <a:lvl7pPr marL="3291999" indent="0">
              <a:buNone/>
              <a:defRPr sz="1920" b="1"/>
            </a:lvl7pPr>
            <a:lvl8pPr marL="3840665" indent="0">
              <a:buNone/>
              <a:defRPr sz="1920" b="1"/>
            </a:lvl8pPr>
            <a:lvl9pPr marL="4389332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5" y="3006091"/>
            <a:ext cx="5053609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3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2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3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6" y="548640"/>
            <a:ext cx="383393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10" y="1184913"/>
            <a:ext cx="6017895" cy="5848350"/>
          </a:xfrm>
        </p:spPr>
        <p:txBody>
          <a:bodyPr/>
          <a:lstStyle>
            <a:lvl1pPr>
              <a:defRPr sz="3840"/>
            </a:lvl1pPr>
            <a:lvl2pPr>
              <a:defRPr sz="3359"/>
            </a:lvl2pPr>
            <a:lvl3pPr>
              <a:defRPr sz="2880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6" y="2468880"/>
            <a:ext cx="3833930" cy="4573905"/>
          </a:xfrm>
        </p:spPr>
        <p:txBody>
          <a:bodyPr/>
          <a:lstStyle>
            <a:lvl1pPr marL="0" indent="0">
              <a:buNone/>
              <a:defRPr sz="1920"/>
            </a:lvl1pPr>
            <a:lvl2pPr marL="548667" indent="0">
              <a:buNone/>
              <a:defRPr sz="1681"/>
            </a:lvl2pPr>
            <a:lvl3pPr marL="1097333" indent="0">
              <a:buNone/>
              <a:defRPr sz="1439"/>
            </a:lvl3pPr>
            <a:lvl4pPr marL="1646000" indent="0">
              <a:buNone/>
              <a:defRPr sz="1200"/>
            </a:lvl4pPr>
            <a:lvl5pPr marL="2194667" indent="0">
              <a:buNone/>
              <a:defRPr sz="1200"/>
            </a:lvl5pPr>
            <a:lvl6pPr marL="2743332" indent="0">
              <a:buNone/>
              <a:defRPr sz="1200"/>
            </a:lvl6pPr>
            <a:lvl7pPr marL="3291999" indent="0">
              <a:buNone/>
              <a:defRPr sz="1200"/>
            </a:lvl7pPr>
            <a:lvl8pPr marL="3840665" indent="0">
              <a:buNone/>
              <a:defRPr sz="1200"/>
            </a:lvl8pPr>
            <a:lvl9pPr marL="4389332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6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6" y="548640"/>
            <a:ext cx="383393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10" y="1184913"/>
            <a:ext cx="6017895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67" indent="0">
              <a:buNone/>
              <a:defRPr sz="3359"/>
            </a:lvl2pPr>
            <a:lvl3pPr marL="1097333" indent="0">
              <a:buNone/>
              <a:defRPr sz="2880"/>
            </a:lvl3pPr>
            <a:lvl4pPr marL="1646000" indent="0">
              <a:buNone/>
              <a:defRPr sz="2399"/>
            </a:lvl4pPr>
            <a:lvl5pPr marL="2194667" indent="0">
              <a:buNone/>
              <a:defRPr sz="2399"/>
            </a:lvl5pPr>
            <a:lvl6pPr marL="2743332" indent="0">
              <a:buNone/>
              <a:defRPr sz="2399"/>
            </a:lvl6pPr>
            <a:lvl7pPr marL="3291999" indent="0">
              <a:buNone/>
              <a:defRPr sz="2399"/>
            </a:lvl7pPr>
            <a:lvl8pPr marL="3840665" indent="0">
              <a:buNone/>
              <a:defRPr sz="2399"/>
            </a:lvl8pPr>
            <a:lvl9pPr marL="4389332" indent="0">
              <a:buNone/>
              <a:defRPr sz="23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6" y="2468880"/>
            <a:ext cx="3833930" cy="4573905"/>
          </a:xfrm>
        </p:spPr>
        <p:txBody>
          <a:bodyPr/>
          <a:lstStyle>
            <a:lvl1pPr marL="0" indent="0">
              <a:buNone/>
              <a:defRPr sz="1920"/>
            </a:lvl1pPr>
            <a:lvl2pPr marL="548667" indent="0">
              <a:buNone/>
              <a:defRPr sz="1681"/>
            </a:lvl2pPr>
            <a:lvl3pPr marL="1097333" indent="0">
              <a:buNone/>
              <a:defRPr sz="1439"/>
            </a:lvl3pPr>
            <a:lvl4pPr marL="1646000" indent="0">
              <a:buNone/>
              <a:defRPr sz="1200"/>
            </a:lvl4pPr>
            <a:lvl5pPr marL="2194667" indent="0">
              <a:buNone/>
              <a:defRPr sz="1200"/>
            </a:lvl5pPr>
            <a:lvl6pPr marL="2743332" indent="0">
              <a:buNone/>
              <a:defRPr sz="1200"/>
            </a:lvl6pPr>
            <a:lvl7pPr marL="3291999" indent="0">
              <a:buNone/>
              <a:defRPr sz="1200"/>
            </a:lvl7pPr>
            <a:lvl8pPr marL="3840665" indent="0">
              <a:buNone/>
              <a:defRPr sz="1200"/>
            </a:lvl8pPr>
            <a:lvl9pPr marL="4389332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7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93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80" y="438151"/>
            <a:ext cx="2563178" cy="69742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438151"/>
            <a:ext cx="7540943" cy="69742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0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438152"/>
            <a:ext cx="10252710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2190751"/>
            <a:ext cx="1025271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7627623"/>
            <a:ext cx="26746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D0E19-83E6-4B50-8DF5-A1D1DBCAAC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7627623"/>
            <a:ext cx="40119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7627623"/>
            <a:ext cx="26746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27FC5-5107-4981-B19F-5B95DB9B8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6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333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33" indent="-274333" algn="l" defTabSz="1097333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59" kern="1200">
          <a:solidFill>
            <a:schemeClr val="tx1"/>
          </a:solidFill>
          <a:latin typeface="+mn-lt"/>
          <a:ea typeface="+mn-ea"/>
          <a:cs typeface="+mn-cs"/>
        </a:defRPr>
      </a:lvl1pPr>
      <a:lvl2pPr marL="823000" indent="-274333" algn="l" defTabSz="1097333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67" indent="-274333" algn="l" defTabSz="1097333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920332" indent="-274333" algn="l" defTabSz="1097333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9000" indent="-274333" algn="l" defTabSz="1097333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667" indent="-274333" algn="l" defTabSz="1097333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332" indent="-274333" algn="l" defTabSz="1097333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999" indent="-274333" algn="l" defTabSz="1097333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665" indent="-274333" algn="l" defTabSz="1097333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33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67" algn="l" defTabSz="109733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333" algn="l" defTabSz="109733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6000" algn="l" defTabSz="109733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67" algn="l" defTabSz="109733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332" algn="l" defTabSz="109733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999" algn="l" defTabSz="109733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665" algn="l" defTabSz="109733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332" algn="l" defTabSz="109733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15">
            <a:extLst>
              <a:ext uri="{FF2B5EF4-FFF2-40B4-BE49-F238E27FC236}">
                <a16:creationId xmlns:a16="http://schemas.microsoft.com/office/drawing/2014/main" id="{267C5288-132E-A27F-755A-FB9D7D5D07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6240780" cy="4011930"/>
          </a:xfrm>
          <a:prstGeom prst="rect">
            <a:avLst/>
          </a:prstGeom>
        </p:spPr>
      </p:pic>
      <p:pic>
        <p:nvPicPr>
          <p:cNvPr id="5" name="Graphic 2">
            <a:extLst>
              <a:ext uri="{FF2B5EF4-FFF2-40B4-BE49-F238E27FC236}">
                <a16:creationId xmlns:a16="http://schemas.microsoft.com/office/drawing/2014/main" id="{9FA09BE4-C032-65B3-D1E2-20A28314F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126231"/>
            <a:ext cx="3120390" cy="267462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938EE60B-966B-4181-E234-D473B9526D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0390" y="4126231"/>
            <a:ext cx="3120390" cy="26746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894B66-48D7-0C51-679C-F88D6CC931F6}"/>
              </a:ext>
            </a:extLst>
          </p:cNvPr>
          <p:cNvSpPr txBox="1"/>
          <p:nvPr/>
        </p:nvSpPr>
        <p:spPr>
          <a:xfrm>
            <a:off x="3" y="2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C8289-0589-CF52-0A8D-0A7347B00A1B}"/>
              </a:ext>
            </a:extLst>
          </p:cNvPr>
          <p:cNvSpPr txBox="1"/>
          <p:nvPr/>
        </p:nvSpPr>
        <p:spPr>
          <a:xfrm>
            <a:off x="0" y="3951287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7A4DC-855C-FB68-8A0F-086080DA2724}"/>
              </a:ext>
            </a:extLst>
          </p:cNvPr>
          <p:cNvSpPr txBox="1"/>
          <p:nvPr/>
        </p:nvSpPr>
        <p:spPr>
          <a:xfrm>
            <a:off x="3022878" y="3951289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281834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7">
            <a:extLst>
              <a:ext uri="{FF2B5EF4-FFF2-40B4-BE49-F238E27FC236}">
                <a16:creationId xmlns:a16="http://schemas.microsoft.com/office/drawing/2014/main" id="{024D10A4-A315-69E5-A0EC-D866AEB1E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61925"/>
            <a:ext cx="4457700" cy="3566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6D03F1-7E75-B657-7C97-398E17F87978}"/>
              </a:ext>
            </a:extLst>
          </p:cNvPr>
          <p:cNvSpPr txBox="1"/>
          <p:nvPr/>
        </p:nvSpPr>
        <p:spPr>
          <a:xfrm>
            <a:off x="3" y="2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A</a:t>
            </a:r>
          </a:p>
        </p:txBody>
      </p:sp>
      <p:pic>
        <p:nvPicPr>
          <p:cNvPr id="3" name="Graphic 18">
            <a:extLst>
              <a:ext uri="{FF2B5EF4-FFF2-40B4-BE49-F238E27FC236}">
                <a16:creationId xmlns:a16="http://schemas.microsoft.com/office/drawing/2014/main" id="{2A82F435-0716-B744-EA95-84DBEEDF6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00" y="161925"/>
            <a:ext cx="4457700" cy="35661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7FDB65-E0FD-93D5-E11A-8C5887FFB0B0}"/>
              </a:ext>
            </a:extLst>
          </p:cNvPr>
          <p:cNvSpPr txBox="1"/>
          <p:nvPr/>
        </p:nvSpPr>
        <p:spPr>
          <a:xfrm>
            <a:off x="4457701" y="2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B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A9A74AF-143F-4397-F57C-7AB0F2E127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766186"/>
            <a:ext cx="4572000" cy="3657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5E4E02-BC49-2173-A4F8-62BBF98B8D53}"/>
              </a:ext>
            </a:extLst>
          </p:cNvPr>
          <p:cNvSpPr txBox="1"/>
          <p:nvPr/>
        </p:nvSpPr>
        <p:spPr>
          <a:xfrm>
            <a:off x="3" y="3589603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C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C42767C-1C22-C25D-FD55-F9ACFC5AE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766186"/>
            <a:ext cx="4572000" cy="3657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FF97BA-5B8D-2BBA-0056-B887D144DB7B}"/>
              </a:ext>
            </a:extLst>
          </p:cNvPr>
          <p:cNvSpPr txBox="1"/>
          <p:nvPr/>
        </p:nvSpPr>
        <p:spPr>
          <a:xfrm>
            <a:off x="4457701" y="3589603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0750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6">
            <a:extLst>
              <a:ext uri="{FF2B5EF4-FFF2-40B4-BE49-F238E27FC236}">
                <a16:creationId xmlns:a16="http://schemas.microsoft.com/office/drawing/2014/main" id="{9EAF49EC-F305-AD80-B720-3133BA1C68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7778"/>
          <a:stretch>
            <a:fillRect/>
          </a:stretch>
        </p:blipFill>
        <p:spPr>
          <a:xfrm>
            <a:off x="0" y="0"/>
            <a:ext cx="3302000" cy="3657600"/>
          </a:xfrm>
          <a:prstGeom prst="rect">
            <a:avLst/>
          </a:prstGeom>
        </p:spPr>
      </p:pic>
      <p:pic>
        <p:nvPicPr>
          <p:cNvPr id="3" name="Graphic 28">
            <a:extLst>
              <a:ext uri="{FF2B5EF4-FFF2-40B4-BE49-F238E27FC236}">
                <a16:creationId xmlns:a16="http://schemas.microsoft.com/office/drawing/2014/main" id="{2DDA1305-9191-1883-C4BE-A473E42B0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6299" y="228599"/>
            <a:ext cx="4572000" cy="3429001"/>
          </a:xfrm>
          <a:prstGeom prst="rect">
            <a:avLst/>
          </a:prstGeom>
        </p:spPr>
      </p:pic>
      <p:pic>
        <p:nvPicPr>
          <p:cNvPr id="4" name="Graphic 10">
            <a:extLst>
              <a:ext uri="{FF2B5EF4-FFF2-40B4-BE49-F238E27FC236}">
                <a16:creationId xmlns:a16="http://schemas.microsoft.com/office/drawing/2014/main" id="{F3CD7929-BB68-049B-8AD9-9113FF035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771902"/>
            <a:ext cx="4572000" cy="36576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E4EC4A4-9513-F3BB-3C0F-E4D709A8D1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99" t="1223" r="676" b="379"/>
          <a:stretch>
            <a:fillRect/>
          </a:stretch>
        </p:blipFill>
        <p:spPr>
          <a:xfrm>
            <a:off x="4572000" y="3771902"/>
            <a:ext cx="6777320" cy="3598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40B798-03BF-C58D-F26D-4DE4E25032BE}"/>
              </a:ext>
            </a:extLst>
          </p:cNvPr>
          <p:cNvSpPr txBox="1"/>
          <p:nvPr/>
        </p:nvSpPr>
        <p:spPr>
          <a:xfrm>
            <a:off x="3" y="2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7DCBBC-63A5-2A1E-206F-DDC489B3049C}"/>
              </a:ext>
            </a:extLst>
          </p:cNvPr>
          <p:cNvSpPr txBox="1"/>
          <p:nvPr/>
        </p:nvSpPr>
        <p:spPr>
          <a:xfrm>
            <a:off x="3302000" y="0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4AC84-33AA-B384-737D-4002E684C49E}"/>
              </a:ext>
            </a:extLst>
          </p:cNvPr>
          <p:cNvSpPr txBox="1"/>
          <p:nvPr/>
        </p:nvSpPr>
        <p:spPr>
          <a:xfrm>
            <a:off x="3" y="3589603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060A0-524A-B628-26CD-F758DF4E8117}"/>
              </a:ext>
            </a:extLst>
          </p:cNvPr>
          <p:cNvSpPr txBox="1"/>
          <p:nvPr/>
        </p:nvSpPr>
        <p:spPr>
          <a:xfrm>
            <a:off x="4457701" y="3589603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678049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01CA7-8725-4238-DE13-00D3D5EF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6">
            <a:extLst>
              <a:ext uri="{FF2B5EF4-FFF2-40B4-BE49-F238E27FC236}">
                <a16:creationId xmlns:a16="http://schemas.microsoft.com/office/drawing/2014/main" id="{1D350DE3-1038-89F0-7354-124A2B2B37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7778"/>
          <a:stretch>
            <a:fillRect/>
          </a:stretch>
        </p:blipFill>
        <p:spPr>
          <a:xfrm>
            <a:off x="0" y="0"/>
            <a:ext cx="3302000" cy="3657600"/>
          </a:xfrm>
          <a:prstGeom prst="rect">
            <a:avLst/>
          </a:prstGeom>
        </p:spPr>
      </p:pic>
      <p:pic>
        <p:nvPicPr>
          <p:cNvPr id="3" name="Graphic 28">
            <a:extLst>
              <a:ext uri="{FF2B5EF4-FFF2-40B4-BE49-F238E27FC236}">
                <a16:creationId xmlns:a16="http://schemas.microsoft.com/office/drawing/2014/main" id="{E996FCD9-8D63-9072-0679-F803CE804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6299" y="228599"/>
            <a:ext cx="4572000" cy="3429001"/>
          </a:xfrm>
          <a:prstGeom prst="rect">
            <a:avLst/>
          </a:prstGeom>
        </p:spPr>
      </p:pic>
      <p:pic>
        <p:nvPicPr>
          <p:cNvPr id="4" name="Graphic 10">
            <a:extLst>
              <a:ext uri="{FF2B5EF4-FFF2-40B4-BE49-F238E27FC236}">
                <a16:creationId xmlns:a16="http://schemas.microsoft.com/office/drawing/2014/main" id="{39F00AEC-F50F-22F3-52EF-D0844F150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771902"/>
            <a:ext cx="4572000" cy="3657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594211-E196-E1C6-291B-D990A65CD1D0}"/>
              </a:ext>
            </a:extLst>
          </p:cNvPr>
          <p:cNvSpPr txBox="1"/>
          <p:nvPr/>
        </p:nvSpPr>
        <p:spPr>
          <a:xfrm>
            <a:off x="3" y="2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AC8991-D2EE-0161-8085-B0B55A71A9BE}"/>
              </a:ext>
            </a:extLst>
          </p:cNvPr>
          <p:cNvSpPr txBox="1"/>
          <p:nvPr/>
        </p:nvSpPr>
        <p:spPr>
          <a:xfrm>
            <a:off x="3302000" y="0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7C499E-3E13-EC5E-E7C0-BEC259E8021A}"/>
              </a:ext>
            </a:extLst>
          </p:cNvPr>
          <p:cNvSpPr txBox="1"/>
          <p:nvPr/>
        </p:nvSpPr>
        <p:spPr>
          <a:xfrm>
            <a:off x="3" y="3589603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C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C588BC2-6489-94DB-7463-C3A990EEF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88" t="1019" r="542" b="286"/>
          <a:stretch>
            <a:fillRect/>
          </a:stretch>
        </p:blipFill>
        <p:spPr>
          <a:xfrm>
            <a:off x="4555213" y="3657600"/>
            <a:ext cx="6794205" cy="36098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31DA38-22A5-1C27-85DC-EC36CDB8956F}"/>
              </a:ext>
            </a:extLst>
          </p:cNvPr>
          <p:cNvSpPr txBox="1"/>
          <p:nvPr/>
        </p:nvSpPr>
        <p:spPr>
          <a:xfrm>
            <a:off x="4457701" y="3589603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78842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>
            <a:extLst>
              <a:ext uri="{FF2B5EF4-FFF2-40B4-BE49-F238E27FC236}">
                <a16:creationId xmlns:a16="http://schemas.microsoft.com/office/drawing/2014/main" id="{06B77685-D878-43C3-EA50-70E52DC5D96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598" t="5723" r="21376" b="23564"/>
          <a:stretch>
            <a:fillRect/>
          </a:stretch>
        </p:blipFill>
        <p:spPr bwMode="auto">
          <a:xfrm>
            <a:off x="0" y="0"/>
            <a:ext cx="5448918" cy="4011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5850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51DA0F5-CE35-DF43-2D3B-BF318CF04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95" t="517" r="818" b="1541"/>
          <a:stretch>
            <a:fillRect/>
          </a:stretch>
        </p:blipFill>
        <p:spPr>
          <a:xfrm>
            <a:off x="4625166" y="1"/>
            <a:ext cx="6134984" cy="365688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CF72D5C-BF38-98DB-8662-E16B36C6A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4572000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E9D6D0-9456-1FCE-DE7A-9974EB6A18F9}"/>
              </a:ext>
            </a:extLst>
          </p:cNvPr>
          <p:cNvSpPr txBox="1"/>
          <p:nvPr/>
        </p:nvSpPr>
        <p:spPr>
          <a:xfrm>
            <a:off x="3" y="2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F6C962-45BE-0BC0-82B2-1441212404D2}"/>
              </a:ext>
            </a:extLst>
          </p:cNvPr>
          <p:cNvSpPr txBox="1"/>
          <p:nvPr/>
        </p:nvSpPr>
        <p:spPr>
          <a:xfrm>
            <a:off x="4457701" y="2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09166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408DBA7-C77D-112F-D1B0-D9ED9047A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898" y="0"/>
            <a:ext cx="4572000" cy="2743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82A821E-5350-A0AD-364C-73D64C47ED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98" y="0"/>
            <a:ext cx="4572000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EE9DFC-D715-5460-6D5D-9B9648289702}"/>
              </a:ext>
            </a:extLst>
          </p:cNvPr>
          <p:cNvSpPr txBox="1"/>
          <p:nvPr/>
        </p:nvSpPr>
        <p:spPr>
          <a:xfrm>
            <a:off x="3" y="2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FF132-40A2-0999-54F4-144247D413D9}"/>
              </a:ext>
            </a:extLst>
          </p:cNvPr>
          <p:cNvSpPr txBox="1"/>
          <p:nvPr/>
        </p:nvSpPr>
        <p:spPr>
          <a:xfrm>
            <a:off x="4457701" y="2"/>
            <a:ext cx="195024" cy="362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5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2672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7962507-F29D-A17C-299E-4907813F55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572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86F9245-0F1E-DD6B-75DE-AF48D9FFE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96" t="426" r="833" b="779"/>
          <a:stretch>
            <a:fillRect/>
          </a:stretch>
        </p:blipFill>
        <p:spPr>
          <a:xfrm>
            <a:off x="2548646" y="714983"/>
            <a:ext cx="6766803" cy="67753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C1CFED7-D1C3-8E3C-9873-16A3A20A0C2A}"/>
              </a:ext>
            </a:extLst>
          </p:cNvPr>
          <p:cNvSpPr/>
          <p:nvPr/>
        </p:nvSpPr>
        <p:spPr>
          <a:xfrm>
            <a:off x="8017803" y="6192822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Mollicutes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4AF14B-68EA-958F-749E-10BE6BB82D31}"/>
              </a:ext>
            </a:extLst>
          </p:cNvPr>
          <p:cNvSpPr/>
          <p:nvPr/>
        </p:nvSpPr>
        <p:spPr>
          <a:xfrm>
            <a:off x="8017803" y="6390779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</a:rPr>
              <a:t>Verrucomicrobiae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6F3A72-A2C8-C514-65DB-BE7A10F8FB4D}"/>
              </a:ext>
            </a:extLst>
          </p:cNvPr>
          <p:cNvSpPr/>
          <p:nvPr/>
        </p:nvSpPr>
        <p:spPr>
          <a:xfrm>
            <a:off x="8017803" y="6579918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E2D82-834D-6B07-0324-8D2292A62786}"/>
              </a:ext>
            </a:extLst>
          </p:cNvPr>
          <p:cNvSpPr/>
          <p:nvPr/>
        </p:nvSpPr>
        <p:spPr>
          <a:xfrm>
            <a:off x="8017803" y="3950045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</a:rPr>
              <a:t>Erysipelotrichia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F9710-813C-486F-A9FB-4A0641BCB5C3}"/>
              </a:ext>
            </a:extLst>
          </p:cNvPr>
          <p:cNvSpPr/>
          <p:nvPr/>
        </p:nvSpPr>
        <p:spPr>
          <a:xfrm>
            <a:off x="8017803" y="4227413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</a:rPr>
              <a:t>Fusobacteriia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3B2BAB-7D98-92A6-8F75-5951EE5BF29B}"/>
              </a:ext>
            </a:extLst>
          </p:cNvPr>
          <p:cNvSpPr/>
          <p:nvPr/>
        </p:nvSpPr>
        <p:spPr>
          <a:xfrm>
            <a:off x="8017803" y="4425696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Gammaproteobacteria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505CAF-9060-5225-7EDB-8AB1AC7BFBE1}"/>
              </a:ext>
            </a:extLst>
          </p:cNvPr>
          <p:cNvSpPr/>
          <p:nvPr/>
        </p:nvSpPr>
        <p:spPr>
          <a:xfrm>
            <a:off x="8017803" y="3081673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</a:rPr>
              <a:t>Chlamydiae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0836AE-E137-4828-400B-F252757834D7}"/>
              </a:ext>
            </a:extLst>
          </p:cNvPr>
          <p:cNvSpPr/>
          <p:nvPr/>
        </p:nvSpPr>
        <p:spPr>
          <a:xfrm>
            <a:off x="8017803" y="2712394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</a:rPr>
              <a:t>Bacteroidia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73BDDE-7EA7-2CA1-A169-984F22A05F92}"/>
              </a:ext>
            </a:extLst>
          </p:cNvPr>
          <p:cNvSpPr/>
          <p:nvPr/>
        </p:nvSpPr>
        <p:spPr>
          <a:xfrm>
            <a:off x="8017803" y="3663533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</a:rPr>
              <a:t>Deinococci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71B9A4-D426-EB7A-593A-0947B606D2F7}"/>
              </a:ext>
            </a:extLst>
          </p:cNvPr>
          <p:cNvSpPr/>
          <p:nvPr/>
        </p:nvSpPr>
        <p:spPr>
          <a:xfrm>
            <a:off x="8017803" y="2510601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Bacteria Class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D1DC94-4343-104B-38DA-5A7D019B4B75}"/>
              </a:ext>
            </a:extLst>
          </p:cNvPr>
          <p:cNvSpPr/>
          <p:nvPr/>
        </p:nvSpPr>
        <p:spPr>
          <a:xfrm>
            <a:off x="8017803" y="2044565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ASV 135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0187F1-9D4D-42A7-C130-28BA97ABEFD3}"/>
              </a:ext>
            </a:extLst>
          </p:cNvPr>
          <p:cNvSpPr/>
          <p:nvPr/>
        </p:nvSpPr>
        <p:spPr>
          <a:xfrm>
            <a:off x="8017803" y="1254662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</a:rPr>
              <a:t>Alphaproteobacteria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0FC2E0-22C9-E8E7-8E61-6153BA2997D0}"/>
              </a:ext>
            </a:extLst>
          </p:cNvPr>
          <p:cNvSpPr/>
          <p:nvPr/>
        </p:nvSpPr>
        <p:spPr>
          <a:xfrm>
            <a:off x="8017803" y="2214945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Bacilli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1BF373-F05B-738C-6DB2-537EDAF599BB}"/>
              </a:ext>
            </a:extLst>
          </p:cNvPr>
          <p:cNvSpPr/>
          <p:nvPr/>
        </p:nvSpPr>
        <p:spPr>
          <a:xfrm>
            <a:off x="8017803" y="762053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Actinobacteria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82F268-2197-5167-1CF1-B701F2E3E228}"/>
              </a:ext>
            </a:extLst>
          </p:cNvPr>
          <p:cNvSpPr/>
          <p:nvPr/>
        </p:nvSpPr>
        <p:spPr>
          <a:xfrm>
            <a:off x="8011524" y="3465250"/>
            <a:ext cx="1531398" cy="1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Clostridia</a:t>
            </a:r>
          </a:p>
        </p:txBody>
      </p:sp>
    </p:spTree>
    <p:extLst>
      <p:ext uri="{BB962C8B-B14F-4D97-AF65-F5344CB8AC3E}">
        <p14:creationId xmlns:p14="http://schemas.microsoft.com/office/powerpoint/2010/main" val="2602343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</TotalTime>
  <Words>71</Words>
  <Application>Microsoft Office PowerPoint</Application>
  <PresentationFormat>Custom</PresentationFormat>
  <Paragraphs>50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Lance, Emilee</dc:creator>
  <cp:lastModifiedBy>Lance, Emilee</cp:lastModifiedBy>
  <cp:revision>1</cp:revision>
  <cp:lastPrinted>2026-06-17T20:03:07Z</cp:lastPrinted>
  <dcterms:created xsi:type="dcterms:W3CDTF">2026-06-17T17:52:59Z</dcterms:created>
  <dcterms:modified xsi:type="dcterms:W3CDTF">2026-06-18T18:28:56Z</dcterms:modified>
</cp:coreProperties>
</file>